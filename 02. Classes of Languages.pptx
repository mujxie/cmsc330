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  <p:sldId id="284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E1B435-31AA-7D45-AEF2-BC65AEFF171B}" v="127" dt="2025-11-23T17:45:43.789"/>
    <p1510:client id="{9E93C76A-7155-F84D-A7FE-BB24CF803870}" v="1" dt="2025-11-24T16:03:24.6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98"/>
  </p:normalViewPr>
  <p:slideViewPr>
    <p:cSldViewPr snapToGrid="0">
      <p:cViewPr varScale="1">
        <p:scale>
          <a:sx n="104" d="100"/>
          <a:sy n="104" d="100"/>
        </p:scale>
        <p:origin x="23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ngnan Xie" userId="5c2f28a1-79a3-4aeb-a5f1-26f53b743562" providerId="ADAL" clId="{99442E2A-D9CC-5B17-AA62-8A182CB6386A}"/>
    <pc:docChg chg="custSel modSld">
      <pc:chgData name="Jingnan Xie" userId="5c2f28a1-79a3-4aeb-a5f1-26f53b743562" providerId="ADAL" clId="{99442E2A-D9CC-5B17-AA62-8A182CB6386A}" dt="2025-11-24T16:03:32.599" v="4" actId="1076"/>
      <pc:docMkLst>
        <pc:docMk/>
      </pc:docMkLst>
      <pc:sldChg chg="addSp delSp modSp mod">
        <pc:chgData name="Jingnan Xie" userId="5c2f28a1-79a3-4aeb-a5f1-26f53b743562" providerId="ADAL" clId="{99442E2A-D9CC-5B17-AA62-8A182CB6386A}" dt="2025-11-24T16:03:32.599" v="4" actId="1076"/>
        <pc:sldMkLst>
          <pc:docMk/>
          <pc:sldMk cId="454778558" sldId="268"/>
        </pc:sldMkLst>
        <pc:picChg chg="add mod">
          <ac:chgData name="Jingnan Xie" userId="5c2f28a1-79a3-4aeb-a5f1-26f53b743562" providerId="ADAL" clId="{99442E2A-D9CC-5B17-AA62-8A182CB6386A}" dt="2025-11-24T16:03:32.599" v="4" actId="1076"/>
          <ac:picMkLst>
            <pc:docMk/>
            <pc:sldMk cId="454778558" sldId="268"/>
            <ac:picMk id="6" creationId="{EEDBE6B6-704A-02D7-B8C0-72957E2C4D93}"/>
          </ac:picMkLst>
        </pc:picChg>
        <pc:picChg chg="del">
          <ac:chgData name="Jingnan Xie" userId="5c2f28a1-79a3-4aeb-a5f1-26f53b743562" providerId="ADAL" clId="{99442E2A-D9CC-5B17-AA62-8A182CB6386A}" dt="2025-11-24T16:03:13.362" v="0" actId="478"/>
          <ac:picMkLst>
            <pc:docMk/>
            <pc:sldMk cId="454778558" sldId="268"/>
            <ac:picMk id="7" creationId="{E15BD5DA-5B5D-BE17-C897-E6C8E50EF589}"/>
          </ac:picMkLst>
        </pc:picChg>
      </pc:sldChg>
    </pc:docChg>
  </pc:docChgLst>
  <pc:docChgLst>
    <pc:chgData name="Jingnan Xie" userId="5c2f28a1-79a3-4aeb-a5f1-26f53b743562" providerId="ADAL" clId="{57E1B435-31AA-7D45-AEF2-BC65AEFF171B}"/>
    <pc:docChg chg="undo custSel addSld modSld">
      <pc:chgData name="Jingnan Xie" userId="5c2f28a1-79a3-4aeb-a5f1-26f53b743562" providerId="ADAL" clId="{57E1B435-31AA-7D45-AEF2-BC65AEFF171B}" dt="2025-11-23T17:45:55.833" v="3563" actId="14100"/>
      <pc:docMkLst>
        <pc:docMk/>
      </pc:docMkLst>
      <pc:sldChg chg="modSp mod">
        <pc:chgData name="Jingnan Xie" userId="5c2f28a1-79a3-4aeb-a5f1-26f53b743562" providerId="ADAL" clId="{57E1B435-31AA-7D45-AEF2-BC65AEFF171B}" dt="2025-11-21T23:14:33.062" v="2" actId="14100"/>
        <pc:sldMkLst>
          <pc:docMk/>
          <pc:sldMk cId="892161652" sldId="258"/>
        </pc:sldMkLst>
        <pc:picChg chg="mod">
          <ac:chgData name="Jingnan Xie" userId="5c2f28a1-79a3-4aeb-a5f1-26f53b743562" providerId="ADAL" clId="{57E1B435-31AA-7D45-AEF2-BC65AEFF171B}" dt="2025-11-21T23:14:33.062" v="2" actId="14100"/>
          <ac:picMkLst>
            <pc:docMk/>
            <pc:sldMk cId="892161652" sldId="258"/>
            <ac:picMk id="5" creationId="{8EBECD92-7311-4A68-7A00-B19A15501ACE}"/>
          </ac:picMkLst>
        </pc:picChg>
      </pc:sldChg>
      <pc:sldChg chg="modSp mod">
        <pc:chgData name="Jingnan Xie" userId="5c2f28a1-79a3-4aeb-a5f1-26f53b743562" providerId="ADAL" clId="{57E1B435-31AA-7D45-AEF2-BC65AEFF171B}" dt="2025-11-21T23:14:55.068" v="6" actId="1076"/>
        <pc:sldMkLst>
          <pc:docMk/>
          <pc:sldMk cId="4205804690" sldId="261"/>
        </pc:sldMkLst>
        <pc:picChg chg="mod">
          <ac:chgData name="Jingnan Xie" userId="5c2f28a1-79a3-4aeb-a5f1-26f53b743562" providerId="ADAL" clId="{57E1B435-31AA-7D45-AEF2-BC65AEFF171B}" dt="2025-11-21T23:14:45.311" v="3" actId="1076"/>
          <ac:picMkLst>
            <pc:docMk/>
            <pc:sldMk cId="4205804690" sldId="261"/>
            <ac:picMk id="5" creationId="{F5ED2B46-696B-5BC3-2829-134781BA4E6D}"/>
          </ac:picMkLst>
        </pc:picChg>
        <pc:picChg chg="mod">
          <ac:chgData name="Jingnan Xie" userId="5c2f28a1-79a3-4aeb-a5f1-26f53b743562" providerId="ADAL" clId="{57E1B435-31AA-7D45-AEF2-BC65AEFF171B}" dt="2025-11-21T23:14:55.068" v="6" actId="1076"/>
          <ac:picMkLst>
            <pc:docMk/>
            <pc:sldMk cId="4205804690" sldId="261"/>
            <ac:picMk id="7" creationId="{7AA8F451-C27A-FE29-8033-0CBE8697CA2A}"/>
          </ac:picMkLst>
        </pc:picChg>
        <pc:picChg chg="mod">
          <ac:chgData name="Jingnan Xie" userId="5c2f28a1-79a3-4aeb-a5f1-26f53b743562" providerId="ADAL" clId="{57E1B435-31AA-7D45-AEF2-BC65AEFF171B}" dt="2025-11-21T23:14:51.046" v="5" actId="1076"/>
          <ac:picMkLst>
            <pc:docMk/>
            <pc:sldMk cId="4205804690" sldId="261"/>
            <ac:picMk id="9" creationId="{E0DB38E7-2301-C401-F0D5-58BCBC199C0E}"/>
          </ac:picMkLst>
        </pc:picChg>
      </pc:sldChg>
      <pc:sldChg chg="modSp mod">
        <pc:chgData name="Jingnan Xie" userId="5c2f28a1-79a3-4aeb-a5f1-26f53b743562" providerId="ADAL" clId="{57E1B435-31AA-7D45-AEF2-BC65AEFF171B}" dt="2025-11-21T23:30:38.348" v="340" actId="20577"/>
        <pc:sldMkLst>
          <pc:docMk/>
          <pc:sldMk cId="4039757385" sldId="263"/>
        </pc:sldMkLst>
        <pc:spChg chg="mod">
          <ac:chgData name="Jingnan Xie" userId="5c2f28a1-79a3-4aeb-a5f1-26f53b743562" providerId="ADAL" clId="{57E1B435-31AA-7D45-AEF2-BC65AEFF171B}" dt="2025-11-21T23:30:38.348" v="340" actId="20577"/>
          <ac:spMkLst>
            <pc:docMk/>
            <pc:sldMk cId="4039757385" sldId="263"/>
            <ac:spMk id="3" creationId="{8D82AB60-DC0D-A253-D2AB-798C4069255F}"/>
          </ac:spMkLst>
        </pc:spChg>
      </pc:sldChg>
      <pc:sldChg chg="modSp new mod">
        <pc:chgData name="Jingnan Xie" userId="5c2f28a1-79a3-4aeb-a5f1-26f53b743562" providerId="ADAL" clId="{57E1B435-31AA-7D45-AEF2-BC65AEFF171B}" dt="2025-11-21T23:57:13.952" v="436" actId="207"/>
        <pc:sldMkLst>
          <pc:docMk/>
          <pc:sldMk cId="2823040284" sldId="264"/>
        </pc:sldMkLst>
        <pc:spChg chg="mod">
          <ac:chgData name="Jingnan Xie" userId="5c2f28a1-79a3-4aeb-a5f1-26f53b743562" providerId="ADAL" clId="{57E1B435-31AA-7D45-AEF2-BC65AEFF171B}" dt="2025-11-21T23:30:58.366" v="362" actId="20577"/>
          <ac:spMkLst>
            <pc:docMk/>
            <pc:sldMk cId="2823040284" sldId="264"/>
            <ac:spMk id="2" creationId="{37080EC3-E505-80BF-A665-DC9F201BEE0D}"/>
          </ac:spMkLst>
        </pc:spChg>
        <pc:spChg chg="mod">
          <ac:chgData name="Jingnan Xie" userId="5c2f28a1-79a3-4aeb-a5f1-26f53b743562" providerId="ADAL" clId="{57E1B435-31AA-7D45-AEF2-BC65AEFF171B}" dt="2025-11-21T23:57:13.952" v="436" actId="207"/>
          <ac:spMkLst>
            <pc:docMk/>
            <pc:sldMk cId="2823040284" sldId="264"/>
            <ac:spMk id="3" creationId="{B258D1AC-B1EA-2D64-699D-608200D67102}"/>
          </ac:spMkLst>
        </pc:spChg>
      </pc:sldChg>
      <pc:sldChg chg="modSp new mod">
        <pc:chgData name="Jingnan Xie" userId="5c2f28a1-79a3-4aeb-a5f1-26f53b743562" providerId="ADAL" clId="{57E1B435-31AA-7D45-AEF2-BC65AEFF171B}" dt="2025-11-21T23:43:10.352" v="381"/>
        <pc:sldMkLst>
          <pc:docMk/>
          <pc:sldMk cId="2360927353" sldId="265"/>
        </pc:sldMkLst>
        <pc:spChg chg="mod">
          <ac:chgData name="Jingnan Xie" userId="5c2f28a1-79a3-4aeb-a5f1-26f53b743562" providerId="ADAL" clId="{57E1B435-31AA-7D45-AEF2-BC65AEFF171B}" dt="2025-11-21T23:42:38.259" v="374"/>
          <ac:spMkLst>
            <pc:docMk/>
            <pc:sldMk cId="2360927353" sldId="265"/>
            <ac:spMk id="2" creationId="{1B61C10D-53E9-938E-17D8-3DE670C117E5}"/>
          </ac:spMkLst>
        </pc:spChg>
        <pc:spChg chg="mod">
          <ac:chgData name="Jingnan Xie" userId="5c2f28a1-79a3-4aeb-a5f1-26f53b743562" providerId="ADAL" clId="{57E1B435-31AA-7D45-AEF2-BC65AEFF171B}" dt="2025-11-21T23:43:10.352" v="381"/>
          <ac:spMkLst>
            <pc:docMk/>
            <pc:sldMk cId="2360927353" sldId="265"/>
            <ac:spMk id="3" creationId="{26731804-CAA5-FF89-F660-58187EB0B77E}"/>
          </ac:spMkLst>
        </pc:spChg>
      </pc:sldChg>
      <pc:sldChg chg="addSp modSp new mod">
        <pc:chgData name="Jingnan Xie" userId="5c2f28a1-79a3-4aeb-a5f1-26f53b743562" providerId="ADAL" clId="{57E1B435-31AA-7D45-AEF2-BC65AEFF171B}" dt="2025-11-21T23:47:26.795" v="429" actId="1076"/>
        <pc:sldMkLst>
          <pc:docMk/>
          <pc:sldMk cId="1080065096" sldId="266"/>
        </pc:sldMkLst>
        <pc:spChg chg="mod">
          <ac:chgData name="Jingnan Xie" userId="5c2f28a1-79a3-4aeb-a5f1-26f53b743562" providerId="ADAL" clId="{57E1B435-31AA-7D45-AEF2-BC65AEFF171B}" dt="2025-11-21T23:45:54.877" v="419" actId="20577"/>
          <ac:spMkLst>
            <pc:docMk/>
            <pc:sldMk cId="1080065096" sldId="266"/>
            <ac:spMk id="2" creationId="{7ACB1E44-B3C9-B7BB-AEE9-CCFCE1CA9002}"/>
          </ac:spMkLst>
        </pc:spChg>
        <pc:spChg chg="mod">
          <ac:chgData name="Jingnan Xie" userId="5c2f28a1-79a3-4aeb-a5f1-26f53b743562" providerId="ADAL" clId="{57E1B435-31AA-7D45-AEF2-BC65AEFF171B}" dt="2025-11-21T23:47:23.399" v="428" actId="1076"/>
          <ac:spMkLst>
            <pc:docMk/>
            <pc:sldMk cId="1080065096" sldId="266"/>
            <ac:spMk id="3" creationId="{E29745CB-33DD-C4D0-6B45-DA7B94AC84DB}"/>
          </ac:spMkLst>
        </pc:spChg>
        <pc:picChg chg="add mod">
          <ac:chgData name="Jingnan Xie" userId="5c2f28a1-79a3-4aeb-a5f1-26f53b743562" providerId="ADAL" clId="{57E1B435-31AA-7D45-AEF2-BC65AEFF171B}" dt="2025-11-21T23:47:26.795" v="429" actId="1076"/>
          <ac:picMkLst>
            <pc:docMk/>
            <pc:sldMk cId="1080065096" sldId="266"/>
            <ac:picMk id="5" creationId="{CE74E13F-8FEA-CD8A-AEE4-EB9DD75FC779}"/>
          </ac:picMkLst>
        </pc:picChg>
      </pc:sldChg>
      <pc:sldChg chg="modSp new mod">
        <pc:chgData name="Jingnan Xie" userId="5c2f28a1-79a3-4aeb-a5f1-26f53b743562" providerId="ADAL" clId="{57E1B435-31AA-7D45-AEF2-BC65AEFF171B}" dt="2025-11-21T23:59:03.513" v="558" actId="20577"/>
        <pc:sldMkLst>
          <pc:docMk/>
          <pc:sldMk cId="4053025279" sldId="267"/>
        </pc:sldMkLst>
        <pc:spChg chg="mod">
          <ac:chgData name="Jingnan Xie" userId="5c2f28a1-79a3-4aeb-a5f1-26f53b743562" providerId="ADAL" clId="{57E1B435-31AA-7D45-AEF2-BC65AEFF171B}" dt="2025-11-21T23:57:47.207" v="466" actId="2711"/>
          <ac:spMkLst>
            <pc:docMk/>
            <pc:sldMk cId="4053025279" sldId="267"/>
            <ac:spMk id="2" creationId="{68308D52-267F-5634-E955-F03A9E24B76B}"/>
          </ac:spMkLst>
        </pc:spChg>
        <pc:spChg chg="mod">
          <ac:chgData name="Jingnan Xie" userId="5c2f28a1-79a3-4aeb-a5f1-26f53b743562" providerId="ADAL" clId="{57E1B435-31AA-7D45-AEF2-BC65AEFF171B}" dt="2025-11-21T23:59:03.513" v="558" actId="20577"/>
          <ac:spMkLst>
            <pc:docMk/>
            <pc:sldMk cId="4053025279" sldId="267"/>
            <ac:spMk id="3" creationId="{07123BBC-4BB4-5ACB-289F-B6A65879895F}"/>
          </ac:spMkLst>
        </pc:spChg>
      </pc:sldChg>
      <pc:sldChg chg="addSp modSp new mod">
        <pc:chgData name="Jingnan Xie" userId="5c2f28a1-79a3-4aeb-a5f1-26f53b743562" providerId="ADAL" clId="{57E1B435-31AA-7D45-AEF2-BC65AEFF171B}" dt="2025-11-22T00:18:48.383" v="700" actId="1076"/>
        <pc:sldMkLst>
          <pc:docMk/>
          <pc:sldMk cId="454778558" sldId="268"/>
        </pc:sldMkLst>
        <pc:spChg chg="mod">
          <ac:chgData name="Jingnan Xie" userId="5c2f28a1-79a3-4aeb-a5f1-26f53b743562" providerId="ADAL" clId="{57E1B435-31AA-7D45-AEF2-BC65AEFF171B}" dt="2025-11-22T00:02:42.534" v="591" actId="20577"/>
          <ac:spMkLst>
            <pc:docMk/>
            <pc:sldMk cId="454778558" sldId="268"/>
            <ac:spMk id="2" creationId="{34A9E052-E155-18F9-6BC4-BD5377761AAB}"/>
          </ac:spMkLst>
        </pc:spChg>
        <pc:spChg chg="mod">
          <ac:chgData name="Jingnan Xie" userId="5c2f28a1-79a3-4aeb-a5f1-26f53b743562" providerId="ADAL" clId="{57E1B435-31AA-7D45-AEF2-BC65AEFF171B}" dt="2025-11-22T00:18:26.198" v="696" actId="1076"/>
          <ac:spMkLst>
            <pc:docMk/>
            <pc:sldMk cId="454778558" sldId="268"/>
            <ac:spMk id="3" creationId="{F884D5AB-EBA9-F7F9-09D8-631984FA26D9}"/>
          </ac:spMkLst>
        </pc:spChg>
        <pc:picChg chg="add mod">
          <ac:chgData name="Jingnan Xie" userId="5c2f28a1-79a3-4aeb-a5f1-26f53b743562" providerId="ADAL" clId="{57E1B435-31AA-7D45-AEF2-BC65AEFF171B}" dt="2025-11-22T00:18:30.763" v="697" actId="1076"/>
          <ac:picMkLst>
            <pc:docMk/>
            <pc:sldMk cId="454778558" sldId="268"/>
            <ac:picMk id="5" creationId="{8E4C3E1B-FC00-B0A7-EDA0-4AEF8B6E9D8C}"/>
          </ac:picMkLst>
        </pc:picChg>
      </pc:sldChg>
      <pc:sldChg chg="modSp new mod modAnim">
        <pc:chgData name="Jingnan Xie" userId="5c2f28a1-79a3-4aeb-a5f1-26f53b743562" providerId="ADAL" clId="{57E1B435-31AA-7D45-AEF2-BC65AEFF171B}" dt="2025-11-22T00:32:48.109" v="958"/>
        <pc:sldMkLst>
          <pc:docMk/>
          <pc:sldMk cId="1579568964" sldId="269"/>
        </pc:sldMkLst>
        <pc:spChg chg="mod">
          <ac:chgData name="Jingnan Xie" userId="5c2f28a1-79a3-4aeb-a5f1-26f53b743562" providerId="ADAL" clId="{57E1B435-31AA-7D45-AEF2-BC65AEFF171B}" dt="2025-11-22T00:27:59.921" v="737" actId="20577"/>
          <ac:spMkLst>
            <pc:docMk/>
            <pc:sldMk cId="1579568964" sldId="269"/>
            <ac:spMk id="2" creationId="{4C288AE3-0E72-70D6-D03E-5D8BA867CCCD}"/>
          </ac:spMkLst>
        </pc:spChg>
        <pc:spChg chg="mod">
          <ac:chgData name="Jingnan Xie" userId="5c2f28a1-79a3-4aeb-a5f1-26f53b743562" providerId="ADAL" clId="{57E1B435-31AA-7D45-AEF2-BC65AEFF171B}" dt="2025-11-22T00:30:31.429" v="944" actId="12"/>
          <ac:spMkLst>
            <pc:docMk/>
            <pc:sldMk cId="1579568964" sldId="269"/>
            <ac:spMk id="3" creationId="{10F64C1C-3030-70A7-1C26-CFE1A4768026}"/>
          </ac:spMkLst>
        </pc:spChg>
      </pc:sldChg>
      <pc:sldChg chg="addSp delSp modSp new mod">
        <pc:chgData name="Jingnan Xie" userId="5c2f28a1-79a3-4aeb-a5f1-26f53b743562" providerId="ADAL" clId="{57E1B435-31AA-7D45-AEF2-BC65AEFF171B}" dt="2025-11-22T00:35:26.207" v="984" actId="14100"/>
        <pc:sldMkLst>
          <pc:docMk/>
          <pc:sldMk cId="2724482624" sldId="270"/>
        </pc:sldMkLst>
        <pc:spChg chg="mod">
          <ac:chgData name="Jingnan Xie" userId="5c2f28a1-79a3-4aeb-a5f1-26f53b743562" providerId="ADAL" clId="{57E1B435-31AA-7D45-AEF2-BC65AEFF171B}" dt="2025-11-22T00:34:55.902" v="979" actId="20577"/>
          <ac:spMkLst>
            <pc:docMk/>
            <pc:sldMk cId="2724482624" sldId="270"/>
            <ac:spMk id="2" creationId="{51680868-DDF3-DCC5-1517-E4C4897DA9B0}"/>
          </ac:spMkLst>
        </pc:spChg>
        <pc:picChg chg="add mod">
          <ac:chgData name="Jingnan Xie" userId="5c2f28a1-79a3-4aeb-a5f1-26f53b743562" providerId="ADAL" clId="{57E1B435-31AA-7D45-AEF2-BC65AEFF171B}" dt="2025-11-22T00:35:26.207" v="984" actId="14100"/>
          <ac:picMkLst>
            <pc:docMk/>
            <pc:sldMk cId="2724482624" sldId="270"/>
            <ac:picMk id="5" creationId="{FA0DE2E8-B959-9BED-C0BB-127F6074236D}"/>
          </ac:picMkLst>
        </pc:picChg>
      </pc:sldChg>
      <pc:sldChg chg="addSp delSp modSp new mod">
        <pc:chgData name="Jingnan Xie" userId="5c2f28a1-79a3-4aeb-a5f1-26f53b743562" providerId="ADAL" clId="{57E1B435-31AA-7D45-AEF2-BC65AEFF171B}" dt="2025-11-22T00:36:23.387" v="1014" actId="14100"/>
        <pc:sldMkLst>
          <pc:docMk/>
          <pc:sldMk cId="1010010328" sldId="271"/>
        </pc:sldMkLst>
        <pc:spChg chg="mod">
          <ac:chgData name="Jingnan Xie" userId="5c2f28a1-79a3-4aeb-a5f1-26f53b743562" providerId="ADAL" clId="{57E1B435-31AA-7D45-AEF2-BC65AEFF171B}" dt="2025-11-22T00:35:37.537" v="1009" actId="20577"/>
          <ac:spMkLst>
            <pc:docMk/>
            <pc:sldMk cId="1010010328" sldId="271"/>
            <ac:spMk id="2" creationId="{9A5838E4-8963-AAF6-4893-169C5A5FDC68}"/>
          </ac:spMkLst>
        </pc:spChg>
        <pc:picChg chg="add mod">
          <ac:chgData name="Jingnan Xie" userId="5c2f28a1-79a3-4aeb-a5f1-26f53b743562" providerId="ADAL" clId="{57E1B435-31AA-7D45-AEF2-BC65AEFF171B}" dt="2025-11-22T00:36:23.387" v="1014" actId="14100"/>
          <ac:picMkLst>
            <pc:docMk/>
            <pc:sldMk cId="1010010328" sldId="271"/>
            <ac:picMk id="5" creationId="{1020A2EB-6BEB-4D8D-9A47-538372B5702B}"/>
          </ac:picMkLst>
        </pc:picChg>
      </pc:sldChg>
      <pc:sldChg chg="modSp new mod modAnim">
        <pc:chgData name="Jingnan Xie" userId="5c2f28a1-79a3-4aeb-a5f1-26f53b743562" providerId="ADAL" clId="{57E1B435-31AA-7D45-AEF2-BC65AEFF171B}" dt="2025-11-22T00:43:34.729" v="1346"/>
        <pc:sldMkLst>
          <pc:docMk/>
          <pc:sldMk cId="4142499016" sldId="272"/>
        </pc:sldMkLst>
        <pc:spChg chg="mod">
          <ac:chgData name="Jingnan Xie" userId="5c2f28a1-79a3-4aeb-a5f1-26f53b743562" providerId="ADAL" clId="{57E1B435-31AA-7D45-AEF2-BC65AEFF171B}" dt="2025-11-22T00:36:50.069" v="1024" actId="20577"/>
          <ac:spMkLst>
            <pc:docMk/>
            <pc:sldMk cId="4142499016" sldId="272"/>
            <ac:spMk id="2" creationId="{33193EE8-734C-4A0C-188F-8ED62C790A0B}"/>
          </ac:spMkLst>
        </pc:spChg>
        <pc:spChg chg="mod">
          <ac:chgData name="Jingnan Xie" userId="5c2f28a1-79a3-4aeb-a5f1-26f53b743562" providerId="ADAL" clId="{57E1B435-31AA-7D45-AEF2-BC65AEFF171B}" dt="2025-11-22T00:43:08.644" v="1342" actId="255"/>
          <ac:spMkLst>
            <pc:docMk/>
            <pc:sldMk cId="4142499016" sldId="272"/>
            <ac:spMk id="3" creationId="{A3EA3CB7-9CE3-ED0F-10F8-0164B4154076}"/>
          </ac:spMkLst>
        </pc:spChg>
      </pc:sldChg>
      <pc:sldChg chg="modSp new mod">
        <pc:chgData name="Jingnan Xie" userId="5c2f28a1-79a3-4aeb-a5f1-26f53b743562" providerId="ADAL" clId="{57E1B435-31AA-7D45-AEF2-BC65AEFF171B}" dt="2025-11-23T00:16:31.200" v="1725" actId="14100"/>
        <pc:sldMkLst>
          <pc:docMk/>
          <pc:sldMk cId="252991636" sldId="273"/>
        </pc:sldMkLst>
        <pc:spChg chg="mod">
          <ac:chgData name="Jingnan Xie" userId="5c2f28a1-79a3-4aeb-a5f1-26f53b743562" providerId="ADAL" clId="{57E1B435-31AA-7D45-AEF2-BC65AEFF171B}" dt="2025-11-22T00:45:11.116" v="1392" actId="2711"/>
          <ac:spMkLst>
            <pc:docMk/>
            <pc:sldMk cId="252991636" sldId="273"/>
            <ac:spMk id="2" creationId="{71F3F92F-5BF0-E5CE-F1AE-30C73F4B91A1}"/>
          </ac:spMkLst>
        </pc:spChg>
        <pc:spChg chg="mod">
          <ac:chgData name="Jingnan Xie" userId="5c2f28a1-79a3-4aeb-a5f1-26f53b743562" providerId="ADAL" clId="{57E1B435-31AA-7D45-AEF2-BC65AEFF171B}" dt="2025-11-23T00:16:31.200" v="1725" actId="14100"/>
          <ac:spMkLst>
            <pc:docMk/>
            <pc:sldMk cId="252991636" sldId="273"/>
            <ac:spMk id="3" creationId="{E4B3B9A6-E258-7802-DE9B-F14F0ABC253F}"/>
          </ac:spMkLst>
        </pc:spChg>
      </pc:sldChg>
      <pc:sldChg chg="modSp new mod">
        <pc:chgData name="Jingnan Xie" userId="5c2f28a1-79a3-4aeb-a5f1-26f53b743562" providerId="ADAL" clId="{57E1B435-31AA-7D45-AEF2-BC65AEFF171B}" dt="2025-11-23T00:20:33.467" v="1932" actId="20577"/>
        <pc:sldMkLst>
          <pc:docMk/>
          <pc:sldMk cId="782394373" sldId="274"/>
        </pc:sldMkLst>
        <pc:spChg chg="mod">
          <ac:chgData name="Jingnan Xie" userId="5c2f28a1-79a3-4aeb-a5f1-26f53b743562" providerId="ADAL" clId="{57E1B435-31AA-7D45-AEF2-BC65AEFF171B}" dt="2025-11-23T00:17:21.470" v="1766" actId="20577"/>
          <ac:spMkLst>
            <pc:docMk/>
            <pc:sldMk cId="782394373" sldId="274"/>
            <ac:spMk id="2" creationId="{C62B8A72-968C-C299-85AA-920357B6B1A0}"/>
          </ac:spMkLst>
        </pc:spChg>
        <pc:spChg chg="mod">
          <ac:chgData name="Jingnan Xie" userId="5c2f28a1-79a3-4aeb-a5f1-26f53b743562" providerId="ADAL" clId="{57E1B435-31AA-7D45-AEF2-BC65AEFF171B}" dt="2025-11-23T00:20:33.467" v="1932" actId="20577"/>
          <ac:spMkLst>
            <pc:docMk/>
            <pc:sldMk cId="782394373" sldId="274"/>
            <ac:spMk id="3" creationId="{92AC4C04-F970-19E2-F4CC-6202E52DA1E4}"/>
          </ac:spMkLst>
        </pc:spChg>
      </pc:sldChg>
      <pc:sldChg chg="addSp delSp modSp new">
        <pc:chgData name="Jingnan Xie" userId="5c2f28a1-79a3-4aeb-a5f1-26f53b743562" providerId="ADAL" clId="{57E1B435-31AA-7D45-AEF2-BC65AEFF171B}" dt="2025-11-23T00:49:14.833" v="1939" actId="14100"/>
        <pc:sldMkLst>
          <pc:docMk/>
          <pc:sldMk cId="3534337095" sldId="275"/>
        </pc:sldMkLst>
        <pc:spChg chg="del">
          <ac:chgData name="Jingnan Xie" userId="5c2f28a1-79a3-4aeb-a5f1-26f53b743562" providerId="ADAL" clId="{57E1B435-31AA-7D45-AEF2-BC65AEFF171B}" dt="2025-11-23T00:48:57.529" v="1934"/>
          <ac:spMkLst>
            <pc:docMk/>
            <pc:sldMk cId="3534337095" sldId="275"/>
            <ac:spMk id="3" creationId="{010C00A2-4C07-ACAF-BBB5-EF383EAE0153}"/>
          </ac:spMkLst>
        </pc:spChg>
        <pc:picChg chg="add mod">
          <ac:chgData name="Jingnan Xie" userId="5c2f28a1-79a3-4aeb-a5f1-26f53b743562" providerId="ADAL" clId="{57E1B435-31AA-7D45-AEF2-BC65AEFF171B}" dt="2025-11-23T00:49:14.833" v="1939" actId="14100"/>
          <ac:picMkLst>
            <pc:docMk/>
            <pc:sldMk cId="3534337095" sldId="275"/>
            <ac:picMk id="1026" creationId="{3F4A705D-0157-B0F8-20BC-8D6484C74E35}"/>
          </ac:picMkLst>
        </pc:picChg>
      </pc:sldChg>
      <pc:sldChg chg="addSp delSp modSp new mod modAnim">
        <pc:chgData name="Jingnan Xie" userId="5c2f28a1-79a3-4aeb-a5f1-26f53b743562" providerId="ADAL" clId="{57E1B435-31AA-7D45-AEF2-BC65AEFF171B}" dt="2025-11-23T00:54:38.930" v="1997"/>
        <pc:sldMkLst>
          <pc:docMk/>
          <pc:sldMk cId="2367339193" sldId="276"/>
        </pc:sldMkLst>
        <pc:spChg chg="mod">
          <ac:chgData name="Jingnan Xie" userId="5c2f28a1-79a3-4aeb-a5f1-26f53b743562" providerId="ADAL" clId="{57E1B435-31AA-7D45-AEF2-BC65AEFF171B}" dt="2025-11-23T00:51:20.616" v="1958" actId="2711"/>
          <ac:spMkLst>
            <pc:docMk/>
            <pc:sldMk cId="2367339193" sldId="276"/>
            <ac:spMk id="2" creationId="{A887A115-2B36-F984-F3A1-58C79D811BED}"/>
          </ac:spMkLst>
        </pc:spChg>
        <pc:spChg chg="del">
          <ac:chgData name="Jingnan Xie" userId="5c2f28a1-79a3-4aeb-a5f1-26f53b743562" providerId="ADAL" clId="{57E1B435-31AA-7D45-AEF2-BC65AEFF171B}" dt="2025-11-23T00:51:44.231" v="1959" actId="931"/>
          <ac:spMkLst>
            <pc:docMk/>
            <pc:sldMk cId="2367339193" sldId="276"/>
            <ac:spMk id="3" creationId="{E29073D2-F4CD-57CC-CBA9-A8A1508174D2}"/>
          </ac:spMkLst>
        </pc:spChg>
        <pc:spChg chg="add mod">
          <ac:chgData name="Jingnan Xie" userId="5c2f28a1-79a3-4aeb-a5f1-26f53b743562" providerId="ADAL" clId="{57E1B435-31AA-7D45-AEF2-BC65AEFF171B}" dt="2025-11-23T00:54:07.390" v="1994" actId="12"/>
          <ac:spMkLst>
            <pc:docMk/>
            <pc:sldMk cId="2367339193" sldId="276"/>
            <ac:spMk id="6" creationId="{0AF6F5C6-450B-9EC2-2245-C906F1DB9AE2}"/>
          </ac:spMkLst>
        </pc:spChg>
        <pc:picChg chg="add mod">
          <ac:chgData name="Jingnan Xie" userId="5c2f28a1-79a3-4aeb-a5f1-26f53b743562" providerId="ADAL" clId="{57E1B435-31AA-7D45-AEF2-BC65AEFF171B}" dt="2025-11-23T00:51:57.148" v="1962" actId="1076"/>
          <ac:picMkLst>
            <pc:docMk/>
            <pc:sldMk cId="2367339193" sldId="276"/>
            <ac:picMk id="5" creationId="{15DB2FA1-E199-30D1-4E39-CE4E883ABF6F}"/>
          </ac:picMkLst>
        </pc:picChg>
      </pc:sldChg>
      <pc:sldChg chg="addSp modSp new mod modAnim">
        <pc:chgData name="Jingnan Xie" userId="5c2f28a1-79a3-4aeb-a5f1-26f53b743562" providerId="ADAL" clId="{57E1B435-31AA-7D45-AEF2-BC65AEFF171B}" dt="2025-11-23T01:51:46.640" v="3017" actId="20577"/>
        <pc:sldMkLst>
          <pc:docMk/>
          <pc:sldMk cId="2784078609" sldId="277"/>
        </pc:sldMkLst>
        <pc:spChg chg="mod">
          <ac:chgData name="Jingnan Xie" userId="5c2f28a1-79a3-4aeb-a5f1-26f53b743562" providerId="ADAL" clId="{57E1B435-31AA-7D45-AEF2-BC65AEFF171B}" dt="2025-11-23T00:55:26.632" v="2018" actId="20577"/>
          <ac:spMkLst>
            <pc:docMk/>
            <pc:sldMk cId="2784078609" sldId="277"/>
            <ac:spMk id="2" creationId="{06CF3E52-466B-D7B7-DDF3-E71E3B6B6EAA}"/>
          </ac:spMkLst>
        </pc:spChg>
        <pc:spChg chg="mod">
          <ac:chgData name="Jingnan Xie" userId="5c2f28a1-79a3-4aeb-a5f1-26f53b743562" providerId="ADAL" clId="{57E1B435-31AA-7D45-AEF2-BC65AEFF171B}" dt="2025-11-23T01:51:46.640" v="3017" actId="20577"/>
          <ac:spMkLst>
            <pc:docMk/>
            <pc:sldMk cId="2784078609" sldId="277"/>
            <ac:spMk id="3" creationId="{2905CCDB-F1CE-564B-32AE-E2748D4FEBE1}"/>
          </ac:spMkLst>
        </pc:spChg>
        <pc:picChg chg="add mod">
          <ac:chgData name="Jingnan Xie" userId="5c2f28a1-79a3-4aeb-a5f1-26f53b743562" providerId="ADAL" clId="{57E1B435-31AA-7D45-AEF2-BC65AEFF171B}" dt="2025-11-23T00:56:17.189" v="2039" actId="1076"/>
          <ac:picMkLst>
            <pc:docMk/>
            <pc:sldMk cId="2784078609" sldId="277"/>
            <ac:picMk id="5" creationId="{EF183031-DF2E-E165-0BBA-5E0D8F33D3A5}"/>
          </ac:picMkLst>
        </pc:picChg>
      </pc:sldChg>
      <pc:sldChg chg="modSp new mod">
        <pc:chgData name="Jingnan Xie" userId="5c2f28a1-79a3-4aeb-a5f1-26f53b743562" providerId="ADAL" clId="{57E1B435-31AA-7D45-AEF2-BC65AEFF171B}" dt="2025-11-23T01:49:14.975" v="2964" actId="20577"/>
        <pc:sldMkLst>
          <pc:docMk/>
          <pc:sldMk cId="346919762" sldId="278"/>
        </pc:sldMkLst>
        <pc:spChg chg="mod">
          <ac:chgData name="Jingnan Xie" userId="5c2f28a1-79a3-4aeb-a5f1-26f53b743562" providerId="ADAL" clId="{57E1B435-31AA-7D45-AEF2-BC65AEFF171B}" dt="2025-11-23T01:06:34.894" v="2082" actId="20577"/>
          <ac:spMkLst>
            <pc:docMk/>
            <pc:sldMk cId="346919762" sldId="278"/>
            <ac:spMk id="2" creationId="{23FDFA45-B9DF-95DE-DD1C-0C35595C2D74}"/>
          </ac:spMkLst>
        </pc:spChg>
        <pc:spChg chg="mod">
          <ac:chgData name="Jingnan Xie" userId="5c2f28a1-79a3-4aeb-a5f1-26f53b743562" providerId="ADAL" clId="{57E1B435-31AA-7D45-AEF2-BC65AEFF171B}" dt="2025-11-23T01:49:14.975" v="2964" actId="20577"/>
          <ac:spMkLst>
            <pc:docMk/>
            <pc:sldMk cId="346919762" sldId="278"/>
            <ac:spMk id="3" creationId="{8F5DDAD9-2549-DE52-3916-FD78F6B09396}"/>
          </ac:spMkLst>
        </pc:spChg>
      </pc:sldChg>
      <pc:sldChg chg="addSp delSp modSp new mod">
        <pc:chgData name="Jingnan Xie" userId="5c2f28a1-79a3-4aeb-a5f1-26f53b743562" providerId="ADAL" clId="{57E1B435-31AA-7D45-AEF2-BC65AEFF171B}" dt="2025-11-23T01:14:54.291" v="2163" actId="14100"/>
        <pc:sldMkLst>
          <pc:docMk/>
          <pc:sldMk cId="2821107612" sldId="279"/>
        </pc:sldMkLst>
        <pc:spChg chg="mod">
          <ac:chgData name="Jingnan Xie" userId="5c2f28a1-79a3-4aeb-a5f1-26f53b743562" providerId="ADAL" clId="{57E1B435-31AA-7D45-AEF2-BC65AEFF171B}" dt="2025-11-23T01:11:41.122" v="2151" actId="20577"/>
          <ac:spMkLst>
            <pc:docMk/>
            <pc:sldMk cId="2821107612" sldId="279"/>
            <ac:spMk id="2" creationId="{DE5551ED-A8D7-A9B8-4C7E-9282499003D6}"/>
          </ac:spMkLst>
        </pc:spChg>
        <pc:spChg chg="del mod">
          <ac:chgData name="Jingnan Xie" userId="5c2f28a1-79a3-4aeb-a5f1-26f53b743562" providerId="ADAL" clId="{57E1B435-31AA-7D45-AEF2-BC65AEFF171B}" dt="2025-11-23T01:14:39.749" v="2158" actId="931"/>
          <ac:spMkLst>
            <pc:docMk/>
            <pc:sldMk cId="2821107612" sldId="279"/>
            <ac:spMk id="3" creationId="{0C722D2C-B02F-2230-55CB-E099ED14608F}"/>
          </ac:spMkLst>
        </pc:spChg>
        <pc:picChg chg="add mod">
          <ac:chgData name="Jingnan Xie" userId="5c2f28a1-79a3-4aeb-a5f1-26f53b743562" providerId="ADAL" clId="{57E1B435-31AA-7D45-AEF2-BC65AEFF171B}" dt="2025-11-23T01:14:54.291" v="2163" actId="14100"/>
          <ac:picMkLst>
            <pc:docMk/>
            <pc:sldMk cId="2821107612" sldId="279"/>
            <ac:picMk id="5" creationId="{C517DA69-C573-709F-F54F-6755B4439836}"/>
          </ac:picMkLst>
        </pc:picChg>
      </pc:sldChg>
      <pc:sldChg chg="modSp new mod modAnim">
        <pc:chgData name="Jingnan Xie" userId="5c2f28a1-79a3-4aeb-a5f1-26f53b743562" providerId="ADAL" clId="{57E1B435-31AA-7D45-AEF2-BC65AEFF171B}" dt="2025-11-23T01:37:09.182" v="2559"/>
        <pc:sldMkLst>
          <pc:docMk/>
          <pc:sldMk cId="311639954" sldId="280"/>
        </pc:sldMkLst>
        <pc:spChg chg="mod">
          <ac:chgData name="Jingnan Xie" userId="5c2f28a1-79a3-4aeb-a5f1-26f53b743562" providerId="ADAL" clId="{57E1B435-31AA-7D45-AEF2-BC65AEFF171B}" dt="2025-11-23T01:16:58.036" v="2196" actId="20577"/>
          <ac:spMkLst>
            <pc:docMk/>
            <pc:sldMk cId="311639954" sldId="280"/>
            <ac:spMk id="2" creationId="{484B70DF-169D-A3F3-DF18-D2A8415311D4}"/>
          </ac:spMkLst>
        </pc:spChg>
        <pc:spChg chg="mod">
          <ac:chgData name="Jingnan Xie" userId="5c2f28a1-79a3-4aeb-a5f1-26f53b743562" providerId="ADAL" clId="{57E1B435-31AA-7D45-AEF2-BC65AEFF171B}" dt="2025-11-23T01:31:25.583" v="2365" actId="20577"/>
          <ac:spMkLst>
            <pc:docMk/>
            <pc:sldMk cId="311639954" sldId="280"/>
            <ac:spMk id="3" creationId="{6F3AC6A1-71E2-6E76-591B-D5791CB27B9B}"/>
          </ac:spMkLst>
        </pc:spChg>
      </pc:sldChg>
      <pc:sldChg chg="modSp new mod modAnim">
        <pc:chgData name="Jingnan Xie" userId="5c2f28a1-79a3-4aeb-a5f1-26f53b743562" providerId="ADAL" clId="{57E1B435-31AA-7D45-AEF2-BC65AEFF171B}" dt="2025-11-23T01:38:30.734" v="2569"/>
        <pc:sldMkLst>
          <pc:docMk/>
          <pc:sldMk cId="2221583998" sldId="281"/>
        </pc:sldMkLst>
        <pc:spChg chg="mod">
          <ac:chgData name="Jingnan Xie" userId="5c2f28a1-79a3-4aeb-a5f1-26f53b743562" providerId="ADAL" clId="{57E1B435-31AA-7D45-AEF2-BC65AEFF171B}" dt="2025-11-23T01:31:57.145" v="2393" actId="20577"/>
          <ac:spMkLst>
            <pc:docMk/>
            <pc:sldMk cId="2221583998" sldId="281"/>
            <ac:spMk id="2" creationId="{FCE625B6-F774-85CF-BB33-DFC4ED9BDE01}"/>
          </ac:spMkLst>
        </pc:spChg>
        <pc:spChg chg="mod">
          <ac:chgData name="Jingnan Xie" userId="5c2f28a1-79a3-4aeb-a5f1-26f53b743562" providerId="ADAL" clId="{57E1B435-31AA-7D45-AEF2-BC65AEFF171B}" dt="2025-11-23T01:36:40.090" v="2556" actId="14100"/>
          <ac:spMkLst>
            <pc:docMk/>
            <pc:sldMk cId="2221583998" sldId="281"/>
            <ac:spMk id="3" creationId="{A9A6D3B4-E253-B93F-4F58-C0E16B594DEF}"/>
          </ac:spMkLst>
        </pc:spChg>
      </pc:sldChg>
      <pc:sldChg chg="modSp new mod">
        <pc:chgData name="Jingnan Xie" userId="5c2f28a1-79a3-4aeb-a5f1-26f53b743562" providerId="ADAL" clId="{57E1B435-31AA-7D45-AEF2-BC65AEFF171B}" dt="2025-11-23T01:56:02.702" v="3033" actId="20577"/>
        <pc:sldMkLst>
          <pc:docMk/>
          <pc:sldMk cId="3977381700" sldId="282"/>
        </pc:sldMkLst>
        <pc:spChg chg="mod">
          <ac:chgData name="Jingnan Xie" userId="5c2f28a1-79a3-4aeb-a5f1-26f53b743562" providerId="ADAL" clId="{57E1B435-31AA-7D45-AEF2-BC65AEFF171B}" dt="2025-11-23T01:39:40.706" v="2600" actId="20577"/>
          <ac:spMkLst>
            <pc:docMk/>
            <pc:sldMk cId="3977381700" sldId="282"/>
            <ac:spMk id="2" creationId="{5CD1A894-D86C-A9E4-E868-639D4362E36D}"/>
          </ac:spMkLst>
        </pc:spChg>
        <pc:spChg chg="mod">
          <ac:chgData name="Jingnan Xie" userId="5c2f28a1-79a3-4aeb-a5f1-26f53b743562" providerId="ADAL" clId="{57E1B435-31AA-7D45-AEF2-BC65AEFF171B}" dt="2025-11-23T01:56:02.702" v="3033" actId="20577"/>
          <ac:spMkLst>
            <pc:docMk/>
            <pc:sldMk cId="3977381700" sldId="282"/>
            <ac:spMk id="3" creationId="{1CD7C279-2B61-090D-4B1D-10A7BF8F4D3D}"/>
          </ac:spMkLst>
        </pc:spChg>
      </pc:sldChg>
      <pc:sldChg chg="addSp delSp modSp new mod">
        <pc:chgData name="Jingnan Xie" userId="5c2f28a1-79a3-4aeb-a5f1-26f53b743562" providerId="ADAL" clId="{57E1B435-31AA-7D45-AEF2-BC65AEFF171B}" dt="2025-11-23T17:24:58.690" v="3129" actId="14100"/>
        <pc:sldMkLst>
          <pc:docMk/>
          <pc:sldMk cId="3082317827" sldId="283"/>
        </pc:sldMkLst>
        <pc:spChg chg="mod">
          <ac:chgData name="Jingnan Xie" userId="5c2f28a1-79a3-4aeb-a5f1-26f53b743562" providerId="ADAL" clId="{57E1B435-31AA-7D45-AEF2-BC65AEFF171B}" dt="2025-11-23T17:21:18.388" v="3063" actId="2711"/>
          <ac:spMkLst>
            <pc:docMk/>
            <pc:sldMk cId="3082317827" sldId="283"/>
            <ac:spMk id="2" creationId="{C1A353A5-4E64-F2B4-34A4-7C20B5F1B251}"/>
          </ac:spMkLst>
        </pc:spChg>
        <pc:spChg chg="del">
          <ac:chgData name="Jingnan Xie" userId="5c2f28a1-79a3-4aeb-a5f1-26f53b743562" providerId="ADAL" clId="{57E1B435-31AA-7D45-AEF2-BC65AEFF171B}" dt="2025-11-23T17:21:25.463" v="3064" actId="931"/>
          <ac:spMkLst>
            <pc:docMk/>
            <pc:sldMk cId="3082317827" sldId="283"/>
            <ac:spMk id="3" creationId="{389474F8-0465-A40A-AECC-BB9C02BEE651}"/>
          </ac:spMkLst>
        </pc:spChg>
        <pc:spChg chg="add mod">
          <ac:chgData name="Jingnan Xie" userId="5c2f28a1-79a3-4aeb-a5f1-26f53b743562" providerId="ADAL" clId="{57E1B435-31AA-7D45-AEF2-BC65AEFF171B}" dt="2025-11-23T17:22:01.216" v="3075" actId="1076"/>
          <ac:spMkLst>
            <pc:docMk/>
            <pc:sldMk cId="3082317827" sldId="283"/>
            <ac:spMk id="6" creationId="{0240C4D4-F8CC-54E8-3802-2D61409153EB}"/>
          </ac:spMkLst>
        </pc:spChg>
        <pc:spChg chg="add mod">
          <ac:chgData name="Jingnan Xie" userId="5c2f28a1-79a3-4aeb-a5f1-26f53b743562" providerId="ADAL" clId="{57E1B435-31AA-7D45-AEF2-BC65AEFF171B}" dt="2025-11-23T17:24:58.690" v="3129" actId="14100"/>
          <ac:spMkLst>
            <pc:docMk/>
            <pc:sldMk cId="3082317827" sldId="283"/>
            <ac:spMk id="7" creationId="{C6D60111-DF72-94F2-615D-0E6B8AD0BBCE}"/>
          </ac:spMkLst>
        </pc:spChg>
        <pc:picChg chg="add mod">
          <ac:chgData name="Jingnan Xie" userId="5c2f28a1-79a3-4aeb-a5f1-26f53b743562" providerId="ADAL" clId="{57E1B435-31AA-7D45-AEF2-BC65AEFF171B}" dt="2025-11-23T17:21:42.404" v="3068" actId="14100"/>
          <ac:picMkLst>
            <pc:docMk/>
            <pc:sldMk cId="3082317827" sldId="283"/>
            <ac:picMk id="5" creationId="{B4341F47-B4B9-6B2A-A73D-86022B25EC32}"/>
          </ac:picMkLst>
        </pc:picChg>
      </pc:sldChg>
      <pc:sldChg chg="modSp new mod">
        <pc:chgData name="Jingnan Xie" userId="5c2f28a1-79a3-4aeb-a5f1-26f53b743562" providerId="ADAL" clId="{57E1B435-31AA-7D45-AEF2-BC65AEFF171B}" dt="2025-11-23T17:29:02.699" v="3137"/>
        <pc:sldMkLst>
          <pc:docMk/>
          <pc:sldMk cId="3530075401" sldId="284"/>
        </pc:sldMkLst>
        <pc:spChg chg="mod">
          <ac:chgData name="Jingnan Xie" userId="5c2f28a1-79a3-4aeb-a5f1-26f53b743562" providerId="ADAL" clId="{57E1B435-31AA-7D45-AEF2-BC65AEFF171B}" dt="2025-11-23T17:27:54.358" v="3131"/>
          <ac:spMkLst>
            <pc:docMk/>
            <pc:sldMk cId="3530075401" sldId="284"/>
            <ac:spMk id="2" creationId="{7CE193F3-2327-7BC8-5904-D9994C58D2BB}"/>
          </ac:spMkLst>
        </pc:spChg>
        <pc:spChg chg="mod">
          <ac:chgData name="Jingnan Xie" userId="5c2f28a1-79a3-4aeb-a5f1-26f53b743562" providerId="ADAL" clId="{57E1B435-31AA-7D45-AEF2-BC65AEFF171B}" dt="2025-11-23T17:29:02.699" v="3137"/>
          <ac:spMkLst>
            <pc:docMk/>
            <pc:sldMk cId="3530075401" sldId="284"/>
            <ac:spMk id="3" creationId="{999C89A2-45FC-B7F8-3A1A-C24BD6315C11}"/>
          </ac:spMkLst>
        </pc:spChg>
      </pc:sldChg>
      <pc:sldChg chg="modSp new mod">
        <pc:chgData name="Jingnan Xie" userId="5c2f28a1-79a3-4aeb-a5f1-26f53b743562" providerId="ADAL" clId="{57E1B435-31AA-7D45-AEF2-BC65AEFF171B}" dt="2025-11-23T17:38:38.412" v="3448" actId="255"/>
        <pc:sldMkLst>
          <pc:docMk/>
          <pc:sldMk cId="1053518581" sldId="285"/>
        </pc:sldMkLst>
        <pc:spChg chg="mod">
          <ac:chgData name="Jingnan Xie" userId="5c2f28a1-79a3-4aeb-a5f1-26f53b743562" providerId="ADAL" clId="{57E1B435-31AA-7D45-AEF2-BC65AEFF171B}" dt="2025-11-23T17:31:40.868" v="3159" actId="20577"/>
          <ac:spMkLst>
            <pc:docMk/>
            <pc:sldMk cId="1053518581" sldId="285"/>
            <ac:spMk id="2" creationId="{3FE564A7-9063-045E-5A03-C5A858B6D566}"/>
          </ac:spMkLst>
        </pc:spChg>
        <pc:spChg chg="mod">
          <ac:chgData name="Jingnan Xie" userId="5c2f28a1-79a3-4aeb-a5f1-26f53b743562" providerId="ADAL" clId="{57E1B435-31AA-7D45-AEF2-BC65AEFF171B}" dt="2025-11-23T17:38:38.412" v="3448" actId="255"/>
          <ac:spMkLst>
            <pc:docMk/>
            <pc:sldMk cId="1053518581" sldId="285"/>
            <ac:spMk id="3" creationId="{D77C0C7F-D897-0747-4BEC-3F65E9741A3D}"/>
          </ac:spMkLst>
        </pc:spChg>
      </pc:sldChg>
      <pc:sldChg chg="modSp new mod">
        <pc:chgData name="Jingnan Xie" userId="5c2f28a1-79a3-4aeb-a5f1-26f53b743562" providerId="ADAL" clId="{57E1B435-31AA-7D45-AEF2-BC65AEFF171B}" dt="2025-11-23T17:44:48.314" v="3557" actId="20577"/>
        <pc:sldMkLst>
          <pc:docMk/>
          <pc:sldMk cId="2389503123" sldId="286"/>
        </pc:sldMkLst>
        <pc:spChg chg="mod">
          <ac:chgData name="Jingnan Xie" userId="5c2f28a1-79a3-4aeb-a5f1-26f53b743562" providerId="ADAL" clId="{57E1B435-31AA-7D45-AEF2-BC65AEFF171B}" dt="2025-11-23T17:40:40.123" v="3470" actId="20577"/>
          <ac:spMkLst>
            <pc:docMk/>
            <pc:sldMk cId="2389503123" sldId="286"/>
            <ac:spMk id="2" creationId="{D0BB452C-940F-0F4F-2C2A-51BC718CC97C}"/>
          </ac:spMkLst>
        </pc:spChg>
        <pc:spChg chg="mod">
          <ac:chgData name="Jingnan Xie" userId="5c2f28a1-79a3-4aeb-a5f1-26f53b743562" providerId="ADAL" clId="{57E1B435-31AA-7D45-AEF2-BC65AEFF171B}" dt="2025-11-23T17:44:48.314" v="3557" actId="20577"/>
          <ac:spMkLst>
            <pc:docMk/>
            <pc:sldMk cId="2389503123" sldId="286"/>
            <ac:spMk id="3" creationId="{8C19B8D8-E8D8-E7E1-A023-BE0236B49F58}"/>
          </ac:spMkLst>
        </pc:spChg>
      </pc:sldChg>
      <pc:sldChg chg="addSp delSp modSp new mod">
        <pc:chgData name="Jingnan Xie" userId="5c2f28a1-79a3-4aeb-a5f1-26f53b743562" providerId="ADAL" clId="{57E1B435-31AA-7D45-AEF2-BC65AEFF171B}" dt="2025-11-23T17:45:55.833" v="3563" actId="14100"/>
        <pc:sldMkLst>
          <pc:docMk/>
          <pc:sldMk cId="3341406415" sldId="287"/>
        </pc:sldMkLst>
        <pc:spChg chg="del">
          <ac:chgData name="Jingnan Xie" userId="5c2f28a1-79a3-4aeb-a5f1-26f53b743562" providerId="ADAL" clId="{57E1B435-31AA-7D45-AEF2-BC65AEFF171B}" dt="2025-11-23T17:45:43.789" v="3559" actId="931"/>
          <ac:spMkLst>
            <pc:docMk/>
            <pc:sldMk cId="3341406415" sldId="287"/>
            <ac:spMk id="3" creationId="{289DF66B-FA29-33AD-1D11-A408A1194AF5}"/>
          </ac:spMkLst>
        </pc:spChg>
        <pc:picChg chg="add mod">
          <ac:chgData name="Jingnan Xie" userId="5c2f28a1-79a3-4aeb-a5f1-26f53b743562" providerId="ADAL" clId="{57E1B435-31AA-7D45-AEF2-BC65AEFF171B}" dt="2025-11-23T17:45:55.833" v="3563" actId="14100"/>
          <ac:picMkLst>
            <pc:docMk/>
            <pc:sldMk cId="3341406415" sldId="287"/>
            <ac:picMk id="5" creationId="{F2E18E67-D242-25FE-939C-5EB9B56F82D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7533" y="0"/>
            <a:ext cx="7934348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941881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11808" y="3428998"/>
            <a:ext cx="5518066" cy="2268559"/>
          </a:xfrm>
        </p:spPr>
        <p:txBody>
          <a:bodyPr anchor="t">
            <a:norm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72274" y="2268786"/>
            <a:ext cx="5357600" cy="1160213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3A824-1A51-4B26-AD58-A6D8E14F6C04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rIns="45720"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2191282" y="3262852"/>
            <a:ext cx="415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24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>
            <a:lvl1pP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2194943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5" name="Rectangle 2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191843" y="296258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3147254"/>
            <a:ext cx="7956560" cy="1424746"/>
          </a:xfrm>
        </p:spPr>
        <p:txBody>
          <a:bodyPr anchor="t">
            <a:normAutofit/>
          </a:bodyPr>
          <a:lstStyle>
            <a:lvl1pPr algn="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968" y="2268786"/>
            <a:ext cx="7791931" cy="878468"/>
          </a:xfrm>
        </p:spPr>
        <p:txBody>
          <a:bodyPr tIns="0" anchor="b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Rectangle 26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7"/>
            <a:ext cx="7950984" cy="10817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05374" y="2052116"/>
            <a:ext cx="3891960" cy="3997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66636" y="2052114"/>
            <a:ext cx="3894222" cy="39978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2196172" y="641223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TextBox 11"/>
          <p:cNvSpPr txBox="1"/>
          <p:nvPr/>
        </p:nvSpPr>
        <p:spPr>
          <a:xfrm>
            <a:off x="2193650" y="636424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9873" y="805818"/>
            <a:ext cx="7956560" cy="107834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9285" y="2052115"/>
            <a:ext cx="3896467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09285" y="2851331"/>
            <a:ext cx="3893623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66634" y="2052115"/>
            <a:ext cx="3899798" cy="713818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none" baseline="0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66635" y="2851331"/>
            <a:ext cx="3899798" cy="30714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0E46F-7819-4ACF-B48B-48222C2ACC88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196172" y="641226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6" name="Rectangle 2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1554154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0323" y="1282451"/>
            <a:ext cx="2664361" cy="1903241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20154" y="805818"/>
            <a:ext cx="5446278" cy="52441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6154"/>
            <a:ext cx="2664361" cy="2386397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47062" y="3229"/>
            <a:ext cx="4629734" cy="6858000"/>
          </a:xfrm>
          <a:solidFill>
            <a:schemeClr val="tx1">
              <a:alpha val="10000"/>
            </a:schemeClr>
          </a:solidFill>
          <a:ln w="9525" cap="sq">
            <a:noFill/>
            <a:miter lim="800000"/>
          </a:ln>
          <a:effectLst/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554686" y="1127550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71241" y="1282452"/>
            <a:ext cx="3970986" cy="1900473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70322" y="3182928"/>
            <a:ext cx="3971874" cy="2386394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2194236" y="641225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4091" cy="107722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1004479" y="0"/>
            <a:ext cx="10372316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/>
          <p:cNvSpPr/>
          <p:nvPr/>
        </p:nvSpPr>
        <p:spPr>
          <a:xfrm>
            <a:off x="11377328" y="0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 rot="5400000">
            <a:off x="10337141" y="416061"/>
            <a:ext cx="415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accent6"/>
                </a:solidFill>
                <a:latin typeface="Wingdings 3" panose="05040102010807070707" pitchFamily="18" charset="2"/>
              </a:rPr>
              <a:t>z</a:t>
            </a:r>
            <a:endParaRPr lang="en-US" sz="1000" dirty="0">
              <a:solidFill>
                <a:schemeClr val="accent6"/>
              </a:solidFill>
              <a:latin typeface="MS Shell Dlg 2" panose="020B0604030504040204" pitchFamily="34" charset="0"/>
            </a:endParaRPr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39380" y="805818"/>
            <a:ext cx="1326519" cy="5244126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08751" y="970410"/>
            <a:ext cx="6466903" cy="50795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11808" y="808056"/>
            <a:ext cx="7958331" cy="107722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73599" y="2052116"/>
            <a:ext cx="7796540" cy="3997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-810065" y="5270604"/>
            <a:ext cx="2662729" cy="182880"/>
          </a:xfrm>
          <a:prstGeom prst="rect">
            <a:avLst/>
          </a:prstGeom>
        </p:spPr>
        <p:txBody>
          <a:bodyPr vert="horz" lIns="91440" tIns="18288" rIns="91440" bIns="45720" rtlCol="0" anchor="t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3CBC1C18-307B-4F68-A007-B5B542270E8D}" type="datetimeFigureOut">
              <a:rPr lang="en-US" dirty="0"/>
              <a:t>11/24/25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-2237130" y="3661144"/>
            <a:ext cx="5885352" cy="179176"/>
          </a:xfrm>
          <a:prstGeom prst="rect">
            <a:avLst/>
          </a:prstGeom>
        </p:spPr>
        <p:txBody>
          <a:bodyPr vert="horz" lIns="91440" tIns="45720" rIns="91440" bIns="18288" rtlCol="0" anchor="b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8407" y="164592"/>
            <a:ext cx="636727" cy="322851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34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344488" indent="-344488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953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588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709738" indent="-33813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173288" indent="-34448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6B4AE-47F2-7F66-244F-76BE12E7B7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Classes of Languages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709C80-EEBB-A8C9-F7EE-7568E356A2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CMSC 330: Programming Languages</a:t>
            </a:r>
          </a:p>
        </p:txBody>
      </p:sp>
    </p:spTree>
    <p:extLst>
      <p:ext uri="{BB962C8B-B14F-4D97-AF65-F5344CB8AC3E}">
        <p14:creationId xmlns:p14="http://schemas.microsoft.com/office/powerpoint/2010/main" val="3967758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03ABC-BE7B-E8B1-18FF-54F8B87E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Classes of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4D841-0551-B923-9767-CBECFA8E6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Imperative </a:t>
            </a:r>
          </a:p>
          <a:p>
            <a:r>
              <a:rPr lang="en-US" dirty="0"/>
              <a:t>Functional</a:t>
            </a:r>
          </a:p>
          <a:p>
            <a:r>
              <a:rPr lang="en-US" dirty="0"/>
              <a:t>Object-oriented</a:t>
            </a:r>
          </a:p>
          <a:p>
            <a:r>
              <a:rPr lang="en-US" dirty="0"/>
              <a:t>Logic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8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0AF66-E964-2F73-FA32-C7A275A8C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Von </a:t>
            </a:r>
            <a:r>
              <a:rPr lang="en-US" dirty="0" err="1"/>
              <a:t>Neumman</a:t>
            </a:r>
            <a:r>
              <a:rPr lang="en-US" dirty="0"/>
              <a:t> Model </a:t>
            </a:r>
          </a:p>
        </p:txBody>
      </p:sp>
      <p:pic>
        <p:nvPicPr>
          <p:cNvPr id="5" name="Content Placeholder 4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8EBECD92-7311-4A68-7A00-B19A15501A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8621" y="1569308"/>
            <a:ext cx="10359190" cy="5288692"/>
          </a:xfrm>
        </p:spPr>
      </p:pic>
    </p:spTree>
    <p:extLst>
      <p:ext uri="{BB962C8B-B14F-4D97-AF65-F5344CB8AC3E}">
        <p14:creationId xmlns:p14="http://schemas.microsoft.com/office/powerpoint/2010/main" val="89216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54380-D090-E5AD-853F-0C1DCBB87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Imperative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866AC-3D4F-74BF-3BA3-336BEA2B0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7036" y="974888"/>
            <a:ext cx="7796540" cy="3997828"/>
          </a:xfrm>
        </p:spPr>
        <p:txBody>
          <a:bodyPr/>
          <a:lstStyle/>
          <a:p>
            <a:r>
              <a:rPr lang="en-US" dirty="0"/>
              <a:t>An imperative language sticks close to this model, and the semantics is all about what happens in the memory. It therefore emphasizes statements which have an effect on memory.</a:t>
            </a:r>
          </a:p>
          <a:p>
            <a:endParaRPr lang="en-US" dirty="0"/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2B2F694A-BED9-E09B-BCEC-3AAAE96F18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036" y="3794133"/>
            <a:ext cx="7958331" cy="295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886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computer code&#10;&#10;AI-generated content may be incorrect.">
            <a:extLst>
              <a:ext uri="{FF2B5EF4-FFF2-40B4-BE49-F238E27FC236}">
                <a16:creationId xmlns:a16="http://schemas.microsoft.com/office/drawing/2014/main" id="{F5ED2B46-696B-5BC3-2829-134781BA4E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7894" y="245096"/>
            <a:ext cx="7796212" cy="2051510"/>
          </a:xfrm>
        </p:spPr>
      </p:pic>
      <p:pic>
        <p:nvPicPr>
          <p:cNvPr id="7" name="Picture 6" descr="A diagram of a computer code&#10;&#10;AI-generated content may be incorrect.">
            <a:extLst>
              <a:ext uri="{FF2B5EF4-FFF2-40B4-BE49-F238E27FC236}">
                <a16:creationId xmlns:a16="http://schemas.microsoft.com/office/drawing/2014/main" id="{7AA8F451-C27A-FE29-8033-0CBE8697C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296606"/>
            <a:ext cx="7796212" cy="2200905"/>
          </a:xfrm>
          <a:prstGeom prst="rect">
            <a:avLst/>
          </a:prstGeom>
        </p:spPr>
      </p:pic>
      <p:pic>
        <p:nvPicPr>
          <p:cNvPr id="9" name="Picture 8" descr="A diagram of a computer code&#10;&#10;AI-generated content may be incorrect.">
            <a:extLst>
              <a:ext uri="{FF2B5EF4-FFF2-40B4-BE49-F238E27FC236}">
                <a16:creationId xmlns:a16="http://schemas.microsoft.com/office/drawing/2014/main" id="{E0DB38E7-2301-C401-F0D5-58BCBC199C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4497511"/>
            <a:ext cx="7808118" cy="2200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804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B0F3308-12C4-4DD7-ABB4-D0DFAA3C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9867" cy="685528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24046D-AAB6-4470-AC22-6448D576E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794" y="2105202"/>
            <a:ext cx="9360205" cy="475279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11A0A85-392D-49DA-B9EC-82262B3B9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9867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3AFD74C-283C-45BD-885B-6E6635E4B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6417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E3DE725-FEB0-422F-BDBA-A29C95768A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2042" y="0"/>
            <a:ext cx="45719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058156-257B-4118-BA50-5869C8AF6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33" y="0"/>
            <a:ext cx="10378001" cy="6858000"/>
          </a:xfrm>
          <a:prstGeom prst="rect">
            <a:avLst/>
          </a:prstGeom>
          <a:solidFill>
            <a:schemeClr val="bg2">
              <a:alpha val="9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F95EF5-D5C2-7544-83F0-000E932A5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9803" y="808056"/>
            <a:ext cx="8608037" cy="107722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Imperative Languages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5FA242A-695C-5A12-E6CC-357428A0B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805" y="1495168"/>
            <a:ext cx="8645394" cy="4856205"/>
          </a:xfrm>
        </p:spPr>
        <p:txBody>
          <a:bodyPr>
            <a:normAutofit/>
          </a:bodyPr>
          <a:lstStyle/>
          <a:p>
            <a:r>
              <a:rPr lang="en-US" dirty="0"/>
              <a:t>In programming language theory (and in this course), the memory, as a whole, in whatever form and technology it involves, is called the state, so just remember: </a:t>
            </a:r>
          </a:p>
          <a:p>
            <a:pPr marL="1371600" lvl="3" indent="0">
              <a:buNone/>
            </a:pPr>
            <a:r>
              <a:rPr lang="en-US" sz="2400" dirty="0"/>
              <a:t>State = All the data stored in memory </a:t>
            </a:r>
          </a:p>
          <a:p>
            <a:pPr marL="349250" indent="-342900"/>
            <a:r>
              <a:rPr lang="en-US" dirty="0"/>
              <a:t>Therefore, the meaning of an imperative language is the sequence of state transitions that the statements in the language produce. Such a process is therefore called stateful.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23B4D99-FEA8-489A-8436-A2F113BE1B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387666" y="-2718"/>
            <a:ext cx="27432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9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28CCF-9F0F-4E8D-D7C8-4130A5085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Wrong with the Imperative Paradigm?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2FA52-786B-E2BC-6B79-E76853EBD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is complicated (registers, status bits, caches, RAM, run-time stack, …) and does not always correspond in a natural way to program structure. </a:t>
            </a:r>
          </a:p>
          <a:p>
            <a:r>
              <a:rPr lang="en-US" dirty="0"/>
              <a:t>Mentally keeping track of dozens or 100’s of variables is difficult. </a:t>
            </a:r>
          </a:p>
          <a:p>
            <a:r>
              <a:rPr lang="en-US" dirty="0"/>
              <a:t>Debuggers (Eclipse, GDB) help, but are very complicated (many people just use print statements to print out all relevant variables)</a:t>
            </a:r>
          </a:p>
        </p:txBody>
      </p:sp>
    </p:spTree>
    <p:extLst>
      <p:ext uri="{BB962C8B-B14F-4D97-AF65-F5344CB8AC3E}">
        <p14:creationId xmlns:p14="http://schemas.microsoft.com/office/powerpoint/2010/main" val="4001508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276E5-DA19-9161-815A-0F2095688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2AB60-DC0D-A253-D2AB-798C406925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2411" y="1660357"/>
            <a:ext cx="8127728" cy="4596063"/>
          </a:xfrm>
        </p:spPr>
        <p:txBody>
          <a:bodyPr/>
          <a:lstStyle/>
          <a:p>
            <a:r>
              <a:rPr lang="en-US" dirty="0"/>
              <a:t>What is the essence of mathematical reasoning?</a:t>
            </a:r>
          </a:p>
          <a:p>
            <a:r>
              <a:rPr lang="en-US" dirty="0"/>
              <a:t>For example, in the case of ordinary algebra:</a:t>
            </a:r>
          </a:p>
          <a:p>
            <a:r>
              <a:rPr lang="en-US" dirty="0"/>
              <a:t>(3 + 4) * (5 - 2) = 7 * (5 - 2) = 7 * 3 = 21</a:t>
            </a:r>
          </a:p>
          <a:p>
            <a:r>
              <a:rPr lang="en-US" dirty="0"/>
              <a:t>No variables keeping track of the state.</a:t>
            </a:r>
          </a:p>
          <a:p>
            <a:r>
              <a:rPr lang="en-US" dirty="0"/>
              <a:t>The computation rewrite one term to another using basic definitions of  +, -, and *.</a:t>
            </a:r>
          </a:p>
        </p:txBody>
      </p:sp>
    </p:spTree>
    <p:extLst>
      <p:ext uri="{BB962C8B-B14F-4D97-AF65-F5344CB8AC3E}">
        <p14:creationId xmlns:p14="http://schemas.microsoft.com/office/powerpoint/2010/main" val="40397573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80EC3-E505-80BF-A665-DC9F201BE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8D1AC-B1EA-2D64-699D-608200D67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0" y="1756611"/>
            <a:ext cx="8284139" cy="4293333"/>
          </a:xfrm>
        </p:spPr>
        <p:txBody>
          <a:bodyPr/>
          <a:lstStyle/>
          <a:p>
            <a:r>
              <a:rPr lang="en-US" dirty="0"/>
              <a:t>Functional programming is a style of programming in which the fundamental method of computation is </a:t>
            </a:r>
            <a:r>
              <a:rPr lang="en-US" dirty="0">
                <a:solidFill>
                  <a:srgbClr val="00B0F0"/>
                </a:solidFill>
              </a:rPr>
              <a:t>applying a function to arguments</a:t>
            </a:r>
            <a:r>
              <a:rPr lang="en-US" dirty="0"/>
              <a:t>; a functional programming language is one that supports and encourages the functional style. </a:t>
            </a:r>
          </a:p>
          <a:p>
            <a:r>
              <a:rPr lang="en-US" dirty="0"/>
              <a:t>In essence, functional programming is stateless, because it avoids storing data in variables, and the role of memory is hidden from the programmer. The general term for this property is </a:t>
            </a:r>
            <a:r>
              <a:rPr lang="en-US" dirty="0">
                <a:solidFill>
                  <a:srgbClr val="00B0F0"/>
                </a:solidFill>
              </a:rPr>
              <a:t>Referential Transparency</a:t>
            </a:r>
          </a:p>
        </p:txBody>
      </p:sp>
    </p:spTree>
    <p:extLst>
      <p:ext uri="{BB962C8B-B14F-4D97-AF65-F5344CB8AC3E}">
        <p14:creationId xmlns:p14="http://schemas.microsoft.com/office/powerpoint/2010/main" val="2823040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1C10D-53E9-938E-17D8-3DE670C11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Referential Transparency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31804-CAA5-FF89-F660-58187EB0B7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function is </a:t>
            </a:r>
            <a:r>
              <a:rPr lang="en-US" i="1" dirty="0"/>
              <a:t>referentially transparent</a:t>
            </a:r>
            <a:r>
              <a:rPr lang="en-US" dirty="0"/>
              <a:t> if a call can be replaced by its value without changing program behavior.</a:t>
            </a:r>
          </a:p>
          <a:p>
            <a:r>
              <a:rPr lang="en-US" dirty="0"/>
              <a:t>Output depends </a:t>
            </a:r>
            <a:r>
              <a:rPr lang="en-US" b="1" dirty="0"/>
              <a:t>only</a:t>
            </a:r>
            <a:r>
              <a:rPr lang="en-US" dirty="0"/>
              <a:t> on input.</a:t>
            </a:r>
          </a:p>
          <a:p>
            <a:r>
              <a:rPr lang="en-US" dirty="0"/>
              <a:t>No side effects (no modifying global variables, no hidden state, no I/O).</a:t>
            </a:r>
          </a:p>
          <a:p>
            <a:r>
              <a:rPr lang="en-US" dirty="0"/>
              <a:t>Same input → always same output.</a:t>
            </a:r>
          </a:p>
        </p:txBody>
      </p:sp>
    </p:spTree>
    <p:extLst>
      <p:ext uri="{BB962C8B-B14F-4D97-AF65-F5344CB8AC3E}">
        <p14:creationId xmlns:p14="http://schemas.microsoft.com/office/powerpoint/2010/main" val="2360927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B1E44-B3C9-B7BB-AEE9-CCFCE1CA9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Referential Transparency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9745CB-33DD-C4D0-6B45-DA7B94AC8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36714" y="1101621"/>
            <a:ext cx="7796540" cy="3997828"/>
          </a:xfrm>
        </p:spPr>
        <p:txBody>
          <a:bodyPr/>
          <a:lstStyle/>
          <a:p>
            <a:r>
              <a:rPr lang="en-US" dirty="0"/>
              <a:t>More predictable and easier to reason about.</a:t>
            </a:r>
          </a:p>
          <a:p>
            <a:r>
              <a:rPr lang="en-US" dirty="0"/>
              <a:t>Easier debugging and testing.</a:t>
            </a:r>
          </a:p>
          <a:p>
            <a:r>
              <a:rPr lang="en-US" dirty="0"/>
              <a:t>Enables compiler optimization and safe parallel execution.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74E13F-8FEA-CD8A-AEE4-EB9DD75FC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714" y="3990619"/>
            <a:ext cx="7772400" cy="2822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065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8D52-267F-5634-E955-F03A9E24B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Ways to Compare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23BBC-4BB4-5ACB-289F-B6A658798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Imperative vs. Declarative</a:t>
            </a:r>
          </a:p>
          <a:p>
            <a:r>
              <a:rPr lang="en-US" dirty="0"/>
              <a:t>Structured vs. Non-structured</a:t>
            </a:r>
          </a:p>
          <a:p>
            <a:r>
              <a:rPr lang="en-US" dirty="0"/>
              <a:t>Compiled vs. Interpreted vs. Hybrid</a:t>
            </a:r>
          </a:p>
        </p:txBody>
      </p:sp>
    </p:spTree>
    <p:extLst>
      <p:ext uri="{BB962C8B-B14F-4D97-AF65-F5344CB8AC3E}">
        <p14:creationId xmlns:p14="http://schemas.microsoft.com/office/powerpoint/2010/main" val="4053025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9E052-E155-18F9-6BC4-BD537776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Imperative vs. Declarative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4D5AB-EBA9-F7F9-09D8-631984FA2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0221" y="1430086"/>
            <a:ext cx="8199918" cy="3997828"/>
          </a:xfrm>
        </p:spPr>
        <p:txBody>
          <a:bodyPr/>
          <a:lstStyle/>
          <a:p>
            <a:r>
              <a:rPr lang="en-US" dirty="0"/>
              <a:t>A declarative language lets you </a:t>
            </a:r>
            <a:r>
              <a:rPr lang="en-US" b="1" dirty="0"/>
              <a:t>state what you want</a:t>
            </a:r>
            <a:r>
              <a:rPr lang="en-US" dirty="0"/>
              <a:t>, without specifying the exact sequence of steps to achieve it.</a:t>
            </a:r>
          </a:p>
          <a:p>
            <a:r>
              <a:rPr lang="en-US" dirty="0"/>
              <a:t>E.g., JavaScript DOM (imperative) vs </a:t>
            </a:r>
            <a:r>
              <a:rPr lang="en-US" dirty="0" err="1"/>
              <a:t>React.js</a:t>
            </a:r>
            <a:r>
              <a:rPr lang="en-US" dirty="0"/>
              <a:t> (declarative)</a:t>
            </a:r>
          </a:p>
          <a:p>
            <a:r>
              <a:rPr lang="en-US" dirty="0"/>
              <a:t>E.g.,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4C3E1B-FC00-B0A7-EDA0-4AEF8B6E9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6663" y="4483100"/>
            <a:ext cx="3517900" cy="2146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DBE6B6-704A-02D7-B8C0-72957E2C4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563" y="4972716"/>
            <a:ext cx="6053754" cy="719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778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88AE3-0E72-70D6-D03E-5D8BA867C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Structured vs. Unstructured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64C1C-3030-70A7-1C26-CFE1A47680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Structured Languages use three control flow mechanisms</a:t>
            </a:r>
          </a:p>
          <a:p>
            <a:pPr marL="457200" lvl="1" indent="0">
              <a:buNone/>
            </a:pPr>
            <a:r>
              <a:rPr lang="en-US" dirty="0"/>
              <a:t>1. Sequence (successive statements)</a:t>
            </a:r>
          </a:p>
          <a:p>
            <a:pPr marL="457200" lvl="1" indent="0">
              <a:buNone/>
            </a:pPr>
            <a:r>
              <a:rPr lang="en-US" dirty="0"/>
              <a:t>2. Selection (e.g., if/else or switch)</a:t>
            </a:r>
          </a:p>
          <a:p>
            <a:pPr marL="457200" lvl="1" indent="0">
              <a:buNone/>
            </a:pPr>
            <a:r>
              <a:rPr lang="en-US" dirty="0"/>
              <a:t>3. Repetition (e.g., for loops, while loops)</a:t>
            </a:r>
          </a:p>
          <a:p>
            <a:r>
              <a:rPr lang="en-US" dirty="0"/>
              <a:t>Any computable function can be computed with only these three mechanisms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568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80868-DDF3-DCC5-1517-E4C4897DA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Languages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A0DE2E8-B959-9BED-C0BB-127F607423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7414" y="1643064"/>
            <a:ext cx="8072436" cy="4829174"/>
          </a:xfrm>
        </p:spPr>
      </p:pic>
    </p:spTree>
    <p:extLst>
      <p:ext uri="{BB962C8B-B14F-4D97-AF65-F5344CB8AC3E}">
        <p14:creationId xmlns:p14="http://schemas.microsoft.com/office/powerpoint/2010/main" val="2724482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838E4-8963-AAF6-4893-169C5A5FD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Unstructured Languages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0A2EB-6BEB-4D8D-9A47-538372B570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1675" y="1600200"/>
            <a:ext cx="8929688" cy="4914900"/>
          </a:xfrm>
        </p:spPr>
      </p:pic>
    </p:spTree>
    <p:extLst>
      <p:ext uri="{BB962C8B-B14F-4D97-AF65-F5344CB8AC3E}">
        <p14:creationId xmlns:p14="http://schemas.microsoft.com/office/powerpoint/2010/main" val="10100103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93EE8-734C-4A0C-188F-8ED62C790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A3CB7-9CE3-ED0F-10F8-0164B4154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1675" y="1357313"/>
            <a:ext cx="8598464" cy="5014912"/>
          </a:xfrm>
        </p:spPr>
        <p:txBody>
          <a:bodyPr>
            <a:normAutofit/>
          </a:bodyPr>
          <a:lstStyle/>
          <a:p>
            <a:r>
              <a:rPr lang="en-US" dirty="0"/>
              <a:t>What languages are structured?</a:t>
            </a:r>
          </a:p>
          <a:p>
            <a:r>
              <a:rPr lang="en-US" dirty="0"/>
              <a:t>What languages are unstructured?</a:t>
            </a:r>
          </a:p>
          <a:p>
            <a:r>
              <a:rPr lang="en-US" dirty="0"/>
              <a:t>Why would you want to program in an unstructured language?</a:t>
            </a:r>
          </a:p>
          <a:p>
            <a:pPr lvl="1"/>
            <a:r>
              <a:rPr lang="en-US" sz="2400" dirty="0"/>
              <a:t>Maximum control and efficiency (direct access to CPU instructions and registers)</a:t>
            </a:r>
          </a:p>
          <a:p>
            <a:pPr lvl="1"/>
            <a:r>
              <a:rPr lang="en-US" sz="2400" dirty="0"/>
              <a:t>Hardware-level manipulation</a:t>
            </a:r>
          </a:p>
          <a:p>
            <a:pPr lvl="1"/>
            <a:r>
              <a:rPr lang="en-US" sz="2400" dirty="0"/>
              <a:t>Use very little resources</a:t>
            </a:r>
          </a:p>
        </p:txBody>
      </p:sp>
    </p:spTree>
    <p:extLst>
      <p:ext uri="{BB962C8B-B14F-4D97-AF65-F5344CB8AC3E}">
        <p14:creationId xmlns:p14="http://schemas.microsoft.com/office/powerpoint/2010/main" val="414249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3F92F-5BF0-E5CE-F1AE-30C73F4B9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Compiled vs. Interpreted vs. Hybrid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3B9A6-E258-7802-DE9B-F14F0ABC2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6158" y="1648326"/>
            <a:ext cx="8223981" cy="4584032"/>
          </a:xfrm>
        </p:spPr>
        <p:txBody>
          <a:bodyPr/>
          <a:lstStyle/>
          <a:p>
            <a:r>
              <a:rPr lang="en-US" dirty="0"/>
              <a:t>Language Implementation Methods</a:t>
            </a:r>
          </a:p>
          <a:p>
            <a:r>
              <a:rPr lang="en-US" dirty="0"/>
              <a:t>Ahead-Of-Time (AOT) Compilation</a:t>
            </a:r>
          </a:p>
          <a:p>
            <a:pPr lvl="1"/>
            <a:r>
              <a:rPr lang="en-US" dirty="0"/>
              <a:t>Entire program translated from source to target before being run.</a:t>
            </a:r>
          </a:p>
          <a:p>
            <a:pPr lvl="1"/>
            <a:r>
              <a:rPr lang="en-US" dirty="0"/>
              <a:t>Target language is at lower level of abstraction.</a:t>
            </a:r>
          </a:p>
          <a:p>
            <a:r>
              <a:rPr lang="en-US" dirty="0"/>
              <a:t>Just-In-Time (JIT) Compilation</a:t>
            </a:r>
          </a:p>
          <a:p>
            <a:pPr lvl="1"/>
            <a:r>
              <a:rPr lang="en-US" dirty="0"/>
              <a:t>Compiles Intermediate Representation (IR) to machine code at runtime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91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8A72-968C-C299-85AA-920357B6B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Compiled vs. Interpreted vs. Hybrid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C4C04-F970-19E2-F4CC-6202E52DA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Pure Interpretation</a:t>
            </a:r>
          </a:p>
          <a:p>
            <a:pPr lvl="1"/>
            <a:r>
              <a:rPr lang="en-US" dirty="0"/>
              <a:t>Statements are executed immediately</a:t>
            </a:r>
          </a:p>
          <a:p>
            <a:r>
              <a:rPr lang="en-US" dirty="0"/>
              <a:t>Hybrid Implementation Systems</a:t>
            </a:r>
          </a:p>
          <a:p>
            <a:pPr lvl="1"/>
            <a:r>
              <a:rPr lang="en-US" dirty="0"/>
              <a:t>Compile to Intermediate Representation (IR) which then is interpreted</a:t>
            </a:r>
          </a:p>
        </p:txBody>
      </p:sp>
    </p:spTree>
    <p:extLst>
      <p:ext uri="{BB962C8B-B14F-4D97-AF65-F5344CB8AC3E}">
        <p14:creationId xmlns:p14="http://schemas.microsoft.com/office/powerpoint/2010/main" val="7823943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38FFE-D869-1670-D0B7-EF9D9E471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CSE Btech Notes: Multilevel viewpoint of a machine">
            <a:extLst>
              <a:ext uri="{FF2B5EF4-FFF2-40B4-BE49-F238E27FC236}">
                <a16:creationId xmlns:a16="http://schemas.microsoft.com/office/drawing/2014/main" id="{3F4A705D-0157-B0F8-20BC-8D6484C74E3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474" y="808057"/>
            <a:ext cx="8103665" cy="55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43370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7A115-2B36-F984-F3A1-58C79D811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AOT Compilation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5DB2FA1-E199-30D1-4E39-CE4E883ABF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65683" y="1583684"/>
            <a:ext cx="8115133" cy="2865801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AF6F5C6-450B-9EC2-2245-C906F1DB9AE2}"/>
              </a:ext>
            </a:extLst>
          </p:cNvPr>
          <p:cNvSpPr txBox="1"/>
          <p:nvPr/>
        </p:nvSpPr>
        <p:spPr>
          <a:xfrm>
            <a:off x="2262891" y="5041232"/>
            <a:ext cx="61110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Examples?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C/C++, Rust, Go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7339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F3E52-466B-D7B7-DDF3-E71E3B6B6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Pure 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5CCDB-F1CE-564B-32AE-E2748D4FE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Examples?</a:t>
            </a:r>
          </a:p>
          <a:p>
            <a:r>
              <a:rPr lang="en-US" dirty="0"/>
              <a:t>Python, Ruby, PHP (commonly hybrid, but can be pure as toys)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183031-DF2E-E165-0BBA-5E0D8F33D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776" y="1528096"/>
            <a:ext cx="8234363" cy="2872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078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DFA45-B9DF-95DE-DD1C-0C35595C2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Pure 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DDAD9-2549-DE52-3916-FD78F6B09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8863" y="1757363"/>
            <a:ext cx="8241276" cy="4700587"/>
          </a:xfrm>
        </p:spPr>
        <p:txBody>
          <a:bodyPr>
            <a:normAutofit/>
          </a:bodyPr>
          <a:lstStyle/>
          <a:p>
            <a:r>
              <a:rPr lang="en-US" dirty="0"/>
              <a:t>The interpreter itself is usually </a:t>
            </a:r>
            <a:r>
              <a:rPr lang="en-US" b="1" dirty="0"/>
              <a:t>compiled once</a:t>
            </a:r>
            <a:r>
              <a:rPr lang="en-US" dirty="0"/>
              <a:t> to machine code (e.g., in C).</a:t>
            </a:r>
          </a:p>
          <a:p>
            <a:r>
              <a:rPr lang="en-US" dirty="0"/>
              <a:t>In a real interpreter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There is a </a:t>
            </a:r>
            <a:r>
              <a:rPr lang="en-US" b="1" dirty="0" err="1"/>
              <a:t>lexer</a:t>
            </a:r>
            <a:r>
              <a:rPr lang="en-US" dirty="0"/>
              <a:t> (tokenizes source code)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dirty="0"/>
              <a:t>parser</a:t>
            </a:r>
            <a:r>
              <a:rPr lang="en-US" dirty="0"/>
              <a:t> (builds a structure like an AST — abstract syntax tree)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 </a:t>
            </a:r>
            <a:r>
              <a:rPr lang="en-US" b="1" dirty="0"/>
              <a:t>executor</a:t>
            </a:r>
            <a:r>
              <a:rPr lang="en-US" dirty="0"/>
              <a:t> (walks the AST and performs operations)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 for </a:t>
            </a:r>
            <a:r>
              <a:rPr lang="en-US" b="1" dirty="0"/>
              <a:t>many types, operators, control flow, functions, I/O, etc.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97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551ED-A8D7-A9B8-4C7E-928249900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Pure Interpretation – a simple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17DA69-C573-709F-F54F-6755B4439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0313" y="1514475"/>
            <a:ext cx="7358061" cy="5157787"/>
          </a:xfrm>
        </p:spPr>
      </p:pic>
    </p:spTree>
    <p:extLst>
      <p:ext uri="{BB962C8B-B14F-4D97-AF65-F5344CB8AC3E}">
        <p14:creationId xmlns:p14="http://schemas.microsoft.com/office/powerpoint/2010/main" val="28211076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B70DF-169D-A3F3-DF18-D2A841531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Compiler 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AC6A1-71E2-6E76-591B-D5791CB27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28875" y="1657350"/>
            <a:ext cx="8141264" cy="46863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Code often runs faster (can be &gt;10x). Why?</a:t>
            </a:r>
          </a:p>
          <a:p>
            <a:pPr lvl="1"/>
            <a:r>
              <a:rPr lang="en-US" dirty="0"/>
              <a:t>avoiding the extra work of reading and executing each line one by one at runtime</a:t>
            </a:r>
          </a:p>
          <a:p>
            <a:r>
              <a:rPr lang="en-US" dirty="0"/>
              <a:t>Code is smaller</a:t>
            </a:r>
          </a:p>
          <a:p>
            <a:r>
              <a:rPr lang="en-US" dirty="0"/>
              <a:t>Less memory usage. Why?</a:t>
            </a:r>
          </a:p>
          <a:p>
            <a:pPr lvl="1"/>
            <a:r>
              <a:rPr lang="en-US" dirty="0"/>
              <a:t>interpreter must store the source code, parsing structures, and execution rules in memory</a:t>
            </a:r>
          </a:p>
          <a:p>
            <a:r>
              <a:rPr lang="en-US" dirty="0"/>
              <a:t>No re-interpretation</a:t>
            </a:r>
          </a:p>
          <a:p>
            <a:r>
              <a:rPr lang="en-US" dirty="0"/>
              <a:t>Can distribute executable files</a:t>
            </a:r>
          </a:p>
        </p:txBody>
      </p:sp>
    </p:spTree>
    <p:extLst>
      <p:ext uri="{BB962C8B-B14F-4D97-AF65-F5344CB8AC3E}">
        <p14:creationId xmlns:p14="http://schemas.microsoft.com/office/powerpoint/2010/main" val="31163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625B6-F774-85CF-BB33-DFC4ED9BD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Interpreter 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6D3B4-E253-B93F-4F58-C0E16B594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1688" y="1500188"/>
            <a:ext cx="8498451" cy="5143499"/>
          </a:xfrm>
        </p:spPr>
        <p:txBody>
          <a:bodyPr>
            <a:normAutofit/>
          </a:bodyPr>
          <a:lstStyle/>
          <a:p>
            <a:r>
              <a:rPr lang="en-US" dirty="0"/>
              <a:t>Easier to write. Why?</a:t>
            </a:r>
          </a:p>
          <a:p>
            <a:pPr lvl="1"/>
            <a:r>
              <a:rPr lang="en-US" dirty="0"/>
              <a:t>Flexible syntax, e.g., Since the interpreter reads and executes code line by line at runtime, it can handle variables and structures dynamically, deciding types on the fly</a:t>
            </a:r>
          </a:p>
          <a:p>
            <a:r>
              <a:rPr lang="en-US" dirty="0"/>
              <a:t>Aids debugging (better diagnostics, why?)</a:t>
            </a:r>
          </a:p>
          <a:p>
            <a:pPr lvl="1"/>
            <a:r>
              <a:rPr lang="en-US" dirty="0"/>
              <a:t>interpreter runs code line by line and can immediately report exactly where an error occurs, including runtime values and context, instead of just failing after a full compilation</a:t>
            </a:r>
          </a:p>
          <a:p>
            <a:r>
              <a:rPr lang="en-US" dirty="0"/>
              <a:t>More flexibility</a:t>
            </a:r>
          </a:p>
          <a:p>
            <a:r>
              <a:rPr lang="en-US" dirty="0"/>
              <a:t>No build time</a:t>
            </a:r>
          </a:p>
        </p:txBody>
      </p:sp>
    </p:spTree>
    <p:extLst>
      <p:ext uri="{BB962C8B-B14F-4D97-AF65-F5344CB8AC3E}">
        <p14:creationId xmlns:p14="http://schemas.microsoft.com/office/powerpoint/2010/main" val="2221583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1A894-D86C-A9E4-E868-639D4362E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Implementation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7C279-2B61-090D-4B1D-10A7BF8F4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modern language implementations use a combination of interpretation and compilation</a:t>
            </a:r>
          </a:p>
          <a:p>
            <a:r>
              <a:rPr lang="en-US" dirty="0"/>
              <a:t>Compromise between compilers and pure interpreters</a:t>
            </a:r>
          </a:p>
          <a:p>
            <a:r>
              <a:rPr lang="en-US" dirty="0"/>
              <a:t>Compiles to Intermediate Representation (IR) which is then interpreted</a:t>
            </a:r>
          </a:p>
          <a:p>
            <a:r>
              <a:rPr lang="en-US" dirty="0"/>
              <a:t>Faster than pure interpretation</a:t>
            </a:r>
          </a:p>
          <a:p>
            <a:r>
              <a:rPr lang="en-US" dirty="0"/>
              <a:t>Examples: Lisp, Perl (5), Python, Java</a:t>
            </a:r>
          </a:p>
        </p:txBody>
      </p:sp>
    </p:spTree>
    <p:extLst>
      <p:ext uri="{BB962C8B-B14F-4D97-AF65-F5344CB8AC3E}">
        <p14:creationId xmlns:p14="http://schemas.microsoft.com/office/powerpoint/2010/main" val="3977381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353A5-4E64-F2B4-34A4-7C20B5F1B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Hybrid Implementation Process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341F47-B4B9-6B2A-A73D-86022B25E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4702" y="1457325"/>
            <a:ext cx="3456173" cy="525779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240C4D4-F8CC-54E8-3802-2D61409153EB}"/>
              </a:ext>
            </a:extLst>
          </p:cNvPr>
          <p:cNvSpPr txBox="1"/>
          <p:nvPr/>
        </p:nvSpPr>
        <p:spPr>
          <a:xfrm>
            <a:off x="7000875" y="5031343"/>
            <a:ext cx="771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D60111-DF72-94F2-615D-0E6B8AD0BBCE}"/>
              </a:ext>
            </a:extLst>
          </p:cNvPr>
          <p:cNvSpPr txBox="1"/>
          <p:nvPr/>
        </p:nvSpPr>
        <p:spPr>
          <a:xfrm>
            <a:off x="7115174" y="4200525"/>
            <a:ext cx="34549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Intermediate Code Example: Java Bytecode</a:t>
            </a:r>
          </a:p>
        </p:txBody>
      </p:sp>
    </p:spTree>
    <p:extLst>
      <p:ext uri="{BB962C8B-B14F-4D97-AF65-F5344CB8AC3E}">
        <p14:creationId xmlns:p14="http://schemas.microsoft.com/office/powerpoint/2010/main" val="3082317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564A7-9063-045E-5A03-C5A858B6D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HotSpot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JVM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C0C7F-D897-0747-4BEC-3F65E9741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73599" y="1514475"/>
            <a:ext cx="7796540" cy="4829175"/>
          </a:xfrm>
        </p:spPr>
        <p:txBody>
          <a:bodyPr>
            <a:normAutofit/>
          </a:bodyPr>
          <a:lstStyle/>
          <a:p>
            <a:r>
              <a:rPr lang="en-US" dirty="0"/>
              <a:t>Java source program is first compiled to Java Bytecode</a:t>
            </a:r>
          </a:p>
          <a:p>
            <a:r>
              <a:rPr lang="en-US" dirty="0"/>
              <a:t>Java </a:t>
            </a:r>
            <a:r>
              <a:rPr lang="en-US" dirty="0" err="1"/>
              <a:t>HotSpot</a:t>
            </a:r>
            <a:r>
              <a:rPr lang="en-US" dirty="0"/>
              <a:t> JVM has </a:t>
            </a:r>
            <a:r>
              <a:rPr lang="en-US" b="1" dirty="0"/>
              <a:t>two execution modes</a:t>
            </a:r>
            <a:r>
              <a:rPr lang="en-US" dirty="0"/>
              <a:t>:</a:t>
            </a:r>
          </a:p>
          <a:p>
            <a:pPr lvl="1"/>
            <a:r>
              <a:rPr lang="en-US" sz="2400" dirty="0"/>
              <a:t>Interpreter: runs bytecode immediately, used for startup and for rarely called methods</a:t>
            </a:r>
          </a:p>
          <a:p>
            <a:pPr lvl="1"/>
            <a:r>
              <a:rPr lang="en-US" sz="2400" dirty="0"/>
              <a:t>JIT compiler: finds and compiles hot methods into optimized machine code</a:t>
            </a:r>
          </a:p>
        </p:txBody>
      </p:sp>
    </p:spTree>
    <p:extLst>
      <p:ext uri="{BB962C8B-B14F-4D97-AF65-F5344CB8AC3E}">
        <p14:creationId xmlns:p14="http://schemas.microsoft.com/office/powerpoint/2010/main" val="10535185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193F3-2327-7BC8-5904-D9994C58D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JIT Implementation Systems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9C89A2-45FC-B7F8-3A1A-C24BD6315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Source code is compiled to an </a:t>
            </a:r>
            <a:r>
              <a:rPr lang="en-US" b="1" dirty="0"/>
              <a:t>intermediate representation (IR)</a:t>
            </a:r>
          </a:p>
          <a:p>
            <a:r>
              <a:rPr lang="en-US" dirty="0"/>
              <a:t>At runtime, the VM JIT-compiles hot IR sections into native machine code</a:t>
            </a:r>
          </a:p>
          <a:p>
            <a:r>
              <a:rPr lang="en-US" dirty="0"/>
              <a:t>The generated machine code is </a:t>
            </a:r>
            <a:r>
              <a:rPr lang="en-US" b="1" dirty="0"/>
              <a:t>cached</a:t>
            </a:r>
            <a:r>
              <a:rPr lang="en-US" dirty="0"/>
              <a:t> and reused for future executions</a:t>
            </a:r>
          </a:p>
        </p:txBody>
      </p:sp>
    </p:spTree>
    <p:extLst>
      <p:ext uri="{BB962C8B-B14F-4D97-AF65-F5344CB8AC3E}">
        <p14:creationId xmlns:p14="http://schemas.microsoft.com/office/powerpoint/2010/main" val="35300754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B452C-940F-0F4F-2C2A-51BC718CC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.NET JIT 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9B8D8-E8D8-E7E1-A023-BE0236B49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C# / VB.NET / F# → compiled to </a:t>
            </a:r>
            <a:r>
              <a:rPr lang="en-US" b="1" dirty="0"/>
              <a:t>CIL (Common Intermediate Language) (IR)</a:t>
            </a:r>
          </a:p>
          <a:p>
            <a:r>
              <a:rPr lang="en-US" dirty="0"/>
              <a:t>CIL is an object-oriented assembly language</a:t>
            </a:r>
          </a:p>
          <a:p>
            <a:r>
              <a:rPr lang="en-US" b="1" dirty="0"/>
              <a:t> </a:t>
            </a:r>
            <a:r>
              <a:rPr lang="en-US" dirty="0"/>
              <a:t>At runtime, the </a:t>
            </a:r>
            <a:r>
              <a:rPr lang="en-US" b="1" dirty="0"/>
              <a:t>CLR JIT compiler</a:t>
            </a:r>
            <a:r>
              <a:rPr lang="en-US" dirty="0"/>
              <a:t> translates CIL → </a:t>
            </a:r>
            <a:r>
              <a:rPr lang="en-US" b="1" dirty="0"/>
              <a:t>native machine code</a:t>
            </a:r>
          </a:p>
          <a:p>
            <a:r>
              <a:rPr lang="en-US" dirty="0"/>
              <a:t>The machine code is executed directly by the CPU</a:t>
            </a:r>
          </a:p>
        </p:txBody>
      </p:sp>
    </p:spTree>
    <p:extLst>
      <p:ext uri="{BB962C8B-B14F-4D97-AF65-F5344CB8AC3E}">
        <p14:creationId xmlns:p14="http://schemas.microsoft.com/office/powerpoint/2010/main" val="23895031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5E7F-EF63-3FBF-1D13-E40B0EA2F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E18E67-D242-25FE-939C-5EB9B56F8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57438" y="535603"/>
            <a:ext cx="8458200" cy="6150947"/>
          </a:xfrm>
        </p:spPr>
      </p:pic>
    </p:spTree>
    <p:extLst>
      <p:ext uri="{BB962C8B-B14F-4D97-AF65-F5344CB8AC3E}">
        <p14:creationId xmlns:p14="http://schemas.microsoft.com/office/powerpoint/2010/main" val="334140641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Madison">
      <a:dk1>
        <a:sysClr val="windowText" lastClr="000000"/>
      </a:dk1>
      <a:lt1>
        <a:sysClr val="window" lastClr="FFFFFF"/>
      </a:lt1>
      <a:dk2>
        <a:srgbClr val="1F2D29"/>
      </a:dk2>
      <a:lt2>
        <a:srgbClr val="C5FAEB"/>
      </a:lt2>
      <a:accent1>
        <a:srgbClr val="A1D68B"/>
      </a:accent1>
      <a:accent2>
        <a:srgbClr val="5EC795"/>
      </a:accent2>
      <a:accent3>
        <a:srgbClr val="4DADCF"/>
      </a:accent3>
      <a:accent4>
        <a:srgbClr val="CDB756"/>
      </a:accent4>
      <a:accent5>
        <a:srgbClr val="E29C36"/>
      </a:accent5>
      <a:accent6>
        <a:srgbClr val="8EC0C1"/>
      </a:accent6>
      <a:hlink>
        <a:srgbClr val="6D9D9B"/>
      </a:hlink>
      <a:folHlink>
        <a:srgbClr val="6D8583"/>
      </a:folHlink>
    </a:clrScheme>
    <a:fontScheme name="Madison">
      <a:maj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dison" id="{025CB5FB-2DD3-45EE-B6F0-CC461540EB19}" vid="{6AC10936-2DFC-4054-9ADF-B5E2C5F86190}"/>
    </a:ext>
  </a:extLst>
</a:theme>
</file>

<file path=docMetadata/LabelInfo.xml><?xml version="1.0" encoding="utf-8"?>
<clbl:labelList xmlns:clbl="http://schemas.microsoft.com/office/2020/mipLabelMetadata">
  <clbl:label id="{f8dde695-4535-408a-8dbf-d6791aad1a12}" enabled="1" method="Privileged" siteId="{92ec3794-b8f0-4f93-b733-7a30a8a2b51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1267</TotalTime>
  <Words>1113</Words>
  <Application>Microsoft Macintosh PowerPoint</Application>
  <PresentationFormat>Widescreen</PresentationFormat>
  <Paragraphs>128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MS Shell Dlg 2</vt:lpstr>
      <vt:lpstr>Times New Roman</vt:lpstr>
      <vt:lpstr>Wingdings</vt:lpstr>
      <vt:lpstr>Wingdings 3</vt:lpstr>
      <vt:lpstr>Madison</vt:lpstr>
      <vt:lpstr>Classes of Languages</vt:lpstr>
      <vt:lpstr>Common Classes of Languages</vt:lpstr>
      <vt:lpstr>Von Neumman Model </vt:lpstr>
      <vt:lpstr>Imperative Languages</vt:lpstr>
      <vt:lpstr>PowerPoint Presentation</vt:lpstr>
      <vt:lpstr>Imperative Languages</vt:lpstr>
      <vt:lpstr>What is Wrong with the Imperative Paradigm?</vt:lpstr>
      <vt:lpstr>Functional Languages</vt:lpstr>
      <vt:lpstr>Functional Languages</vt:lpstr>
      <vt:lpstr>Referential Transparency</vt:lpstr>
      <vt:lpstr>Referential Transparency</vt:lpstr>
      <vt:lpstr>Ways to Compare Languages</vt:lpstr>
      <vt:lpstr>Imperative vs. Declarative</vt:lpstr>
      <vt:lpstr>Structured vs. Unstructured</vt:lpstr>
      <vt:lpstr>Structured Languages</vt:lpstr>
      <vt:lpstr>Unstructured Languages</vt:lpstr>
      <vt:lpstr>Questions</vt:lpstr>
      <vt:lpstr>Compiled vs. Interpreted vs. Hybrid</vt:lpstr>
      <vt:lpstr>Compiled vs. Interpreted vs. Hybrid</vt:lpstr>
      <vt:lpstr>PowerPoint Presentation</vt:lpstr>
      <vt:lpstr>AOT Compilation</vt:lpstr>
      <vt:lpstr>Pure Interpretation</vt:lpstr>
      <vt:lpstr>Pure Interpretation</vt:lpstr>
      <vt:lpstr>Pure Interpretation – a simple example</vt:lpstr>
      <vt:lpstr>Compiler Advantages</vt:lpstr>
      <vt:lpstr>Interpreter Advantages</vt:lpstr>
      <vt:lpstr>Hybrid Implementation Systems</vt:lpstr>
      <vt:lpstr>Hybrid Implementation Process</vt:lpstr>
      <vt:lpstr>Java HotSpot JVM</vt:lpstr>
      <vt:lpstr>JIT Implementation Systems</vt:lpstr>
      <vt:lpstr>.NET JIT Compilation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Classes of Languages</dc:title>
  <dc:creator>Jingnan Xie</dc:creator>
  <cp:lastModifiedBy>Jingnan Xie</cp:lastModifiedBy>
  <cp:revision>1</cp:revision>
  <dcterms:created xsi:type="dcterms:W3CDTF">2025-11-21T19:05:52Z</dcterms:created>
  <dcterms:modified xsi:type="dcterms:W3CDTF">2025-11-24T16:03:33Z</dcterms:modified>
</cp:coreProperties>
</file>