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B5C20D-FA35-5946-A513-5569DFE0D5C9}" v="28" dt="2025-11-27T00:21:07.9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56"/>
    <p:restoredTop sz="94632"/>
  </p:normalViewPr>
  <p:slideViewPr>
    <p:cSldViewPr snapToGrid="0">
      <p:cViewPr varScale="1">
        <p:scale>
          <a:sx n="81" d="100"/>
          <a:sy n="81" d="100"/>
        </p:scale>
        <p:origin x="184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gnan Xie" userId="5c2f28a1-79a3-4aeb-a5f1-26f53b743562" providerId="ADAL" clId="{F3B5C20D-FA35-5946-A513-5569DFE0D5C9}"/>
    <pc:docChg chg="undo custSel addSld delSld modSld">
      <pc:chgData name="Jingnan Xie" userId="5c2f28a1-79a3-4aeb-a5f1-26f53b743562" providerId="ADAL" clId="{F3B5C20D-FA35-5946-A513-5569DFE0D5C9}" dt="2025-11-27T00:21:21.570" v="2389" actId="2696"/>
      <pc:docMkLst>
        <pc:docMk/>
      </pc:docMkLst>
      <pc:sldChg chg="del">
        <pc:chgData name="Jingnan Xie" userId="5c2f28a1-79a3-4aeb-a5f1-26f53b743562" providerId="ADAL" clId="{F3B5C20D-FA35-5946-A513-5569DFE0D5C9}" dt="2025-11-27T00:21:21.570" v="2389" actId="2696"/>
        <pc:sldMkLst>
          <pc:docMk/>
          <pc:sldMk cId="1025668006" sldId="257"/>
        </pc:sldMkLst>
      </pc:sldChg>
      <pc:sldChg chg="modSp new mod">
        <pc:chgData name="Jingnan Xie" userId="5c2f28a1-79a3-4aeb-a5f1-26f53b743562" providerId="ADAL" clId="{F3B5C20D-FA35-5946-A513-5569DFE0D5C9}" dt="2025-11-26T00:41:21.237" v="458" actId="27636"/>
        <pc:sldMkLst>
          <pc:docMk/>
          <pc:sldMk cId="2692129965" sldId="258"/>
        </pc:sldMkLst>
        <pc:spChg chg="mod">
          <ac:chgData name="Jingnan Xie" userId="5c2f28a1-79a3-4aeb-a5f1-26f53b743562" providerId="ADAL" clId="{F3B5C20D-FA35-5946-A513-5569DFE0D5C9}" dt="2025-11-25T23:30:03.215" v="9" actId="20577"/>
          <ac:spMkLst>
            <pc:docMk/>
            <pc:sldMk cId="2692129965" sldId="258"/>
            <ac:spMk id="2" creationId="{1813EB95-8D47-3D9A-8982-E0866FADCFDB}"/>
          </ac:spMkLst>
        </pc:spChg>
        <pc:spChg chg="mod">
          <ac:chgData name="Jingnan Xie" userId="5c2f28a1-79a3-4aeb-a5f1-26f53b743562" providerId="ADAL" clId="{F3B5C20D-FA35-5946-A513-5569DFE0D5C9}" dt="2025-11-26T00:41:21.237" v="458" actId="27636"/>
          <ac:spMkLst>
            <pc:docMk/>
            <pc:sldMk cId="2692129965" sldId="258"/>
            <ac:spMk id="3" creationId="{FF531CA8-C565-76E1-73E8-83A2670368E3}"/>
          </ac:spMkLst>
        </pc:spChg>
      </pc:sldChg>
      <pc:sldChg chg="addSp modSp new mod">
        <pc:chgData name="Jingnan Xie" userId="5c2f28a1-79a3-4aeb-a5f1-26f53b743562" providerId="ADAL" clId="{F3B5C20D-FA35-5946-A513-5569DFE0D5C9}" dt="2025-11-26T00:45:51.292" v="516" actId="14100"/>
        <pc:sldMkLst>
          <pc:docMk/>
          <pc:sldMk cId="2763190664" sldId="259"/>
        </pc:sldMkLst>
        <pc:spChg chg="mod">
          <ac:chgData name="Jingnan Xie" userId="5c2f28a1-79a3-4aeb-a5f1-26f53b743562" providerId="ADAL" clId="{F3B5C20D-FA35-5946-A513-5569DFE0D5C9}" dt="2025-11-26T00:42:30.319" v="475" actId="20577"/>
          <ac:spMkLst>
            <pc:docMk/>
            <pc:sldMk cId="2763190664" sldId="259"/>
            <ac:spMk id="2" creationId="{EB218330-4455-AC9B-70DF-B0611FB065C2}"/>
          </ac:spMkLst>
        </pc:spChg>
        <pc:spChg chg="mod">
          <ac:chgData name="Jingnan Xie" userId="5c2f28a1-79a3-4aeb-a5f1-26f53b743562" providerId="ADAL" clId="{F3B5C20D-FA35-5946-A513-5569DFE0D5C9}" dt="2025-11-26T00:45:01.935" v="508" actId="14100"/>
          <ac:spMkLst>
            <pc:docMk/>
            <pc:sldMk cId="2763190664" sldId="259"/>
            <ac:spMk id="3" creationId="{18DF3E16-9A52-42D3-D1A0-27DBDE051382}"/>
          </ac:spMkLst>
        </pc:spChg>
        <pc:picChg chg="add mod">
          <ac:chgData name="Jingnan Xie" userId="5c2f28a1-79a3-4aeb-a5f1-26f53b743562" providerId="ADAL" clId="{F3B5C20D-FA35-5946-A513-5569DFE0D5C9}" dt="2025-11-26T00:45:51.292" v="516" actId="14100"/>
          <ac:picMkLst>
            <pc:docMk/>
            <pc:sldMk cId="2763190664" sldId="259"/>
            <ac:picMk id="5" creationId="{9E1483B0-5B53-6B14-79EA-9C40D2DCD467}"/>
          </ac:picMkLst>
        </pc:picChg>
      </pc:sldChg>
      <pc:sldChg chg="addSp modSp new mod">
        <pc:chgData name="Jingnan Xie" userId="5c2f28a1-79a3-4aeb-a5f1-26f53b743562" providerId="ADAL" clId="{F3B5C20D-FA35-5946-A513-5569DFE0D5C9}" dt="2025-11-26T01:07:35.801" v="1008" actId="20577"/>
        <pc:sldMkLst>
          <pc:docMk/>
          <pc:sldMk cId="4103413172" sldId="260"/>
        </pc:sldMkLst>
        <pc:spChg chg="mod">
          <ac:chgData name="Jingnan Xie" userId="5c2f28a1-79a3-4aeb-a5f1-26f53b743562" providerId="ADAL" clId="{F3B5C20D-FA35-5946-A513-5569DFE0D5C9}" dt="2025-11-26T01:07:35.801" v="1008" actId="20577"/>
          <ac:spMkLst>
            <pc:docMk/>
            <pc:sldMk cId="4103413172" sldId="260"/>
            <ac:spMk id="2" creationId="{34D874E7-81CB-194C-6216-D674C770460C}"/>
          </ac:spMkLst>
        </pc:spChg>
        <pc:spChg chg="mod">
          <ac:chgData name="Jingnan Xie" userId="5c2f28a1-79a3-4aeb-a5f1-26f53b743562" providerId="ADAL" clId="{F3B5C20D-FA35-5946-A513-5569DFE0D5C9}" dt="2025-11-26T00:50:51.446" v="736" actId="20577"/>
          <ac:spMkLst>
            <pc:docMk/>
            <pc:sldMk cId="4103413172" sldId="260"/>
            <ac:spMk id="3" creationId="{66B4EF58-E716-FE0E-188A-D081CB57BE83}"/>
          </ac:spMkLst>
        </pc:spChg>
        <pc:picChg chg="add mod">
          <ac:chgData name="Jingnan Xie" userId="5c2f28a1-79a3-4aeb-a5f1-26f53b743562" providerId="ADAL" clId="{F3B5C20D-FA35-5946-A513-5569DFE0D5C9}" dt="2025-11-26T00:51:21.924" v="741" actId="14100"/>
          <ac:picMkLst>
            <pc:docMk/>
            <pc:sldMk cId="4103413172" sldId="260"/>
            <ac:picMk id="5" creationId="{5568D965-147B-3554-4CA9-706C980C5850}"/>
          </ac:picMkLst>
        </pc:picChg>
      </pc:sldChg>
      <pc:sldChg chg="modSp new mod">
        <pc:chgData name="Jingnan Xie" userId="5c2f28a1-79a3-4aeb-a5f1-26f53b743562" providerId="ADAL" clId="{F3B5C20D-FA35-5946-A513-5569DFE0D5C9}" dt="2025-11-26T01:09:13.306" v="1111" actId="20577"/>
        <pc:sldMkLst>
          <pc:docMk/>
          <pc:sldMk cId="3164457512" sldId="261"/>
        </pc:sldMkLst>
        <pc:spChg chg="mod">
          <ac:chgData name="Jingnan Xie" userId="5c2f28a1-79a3-4aeb-a5f1-26f53b743562" providerId="ADAL" clId="{F3B5C20D-FA35-5946-A513-5569DFE0D5C9}" dt="2025-11-26T01:07:22.062" v="1000" actId="20577"/>
          <ac:spMkLst>
            <pc:docMk/>
            <pc:sldMk cId="3164457512" sldId="261"/>
            <ac:spMk id="2" creationId="{583C057E-9512-6905-BEAF-09601F6CEC0C}"/>
          </ac:spMkLst>
        </pc:spChg>
        <pc:spChg chg="mod">
          <ac:chgData name="Jingnan Xie" userId="5c2f28a1-79a3-4aeb-a5f1-26f53b743562" providerId="ADAL" clId="{F3B5C20D-FA35-5946-A513-5569DFE0D5C9}" dt="2025-11-26T01:09:13.306" v="1111" actId="20577"/>
          <ac:spMkLst>
            <pc:docMk/>
            <pc:sldMk cId="3164457512" sldId="261"/>
            <ac:spMk id="3" creationId="{10D5AC60-A7B4-53A6-D3CA-2B24FEFC84E2}"/>
          </ac:spMkLst>
        </pc:spChg>
      </pc:sldChg>
      <pc:sldChg chg="addSp delSp modSp new mod">
        <pc:chgData name="Jingnan Xie" userId="5c2f28a1-79a3-4aeb-a5f1-26f53b743562" providerId="ADAL" clId="{F3B5C20D-FA35-5946-A513-5569DFE0D5C9}" dt="2025-11-26T23:41:38.737" v="1258" actId="27636"/>
        <pc:sldMkLst>
          <pc:docMk/>
          <pc:sldMk cId="1516308550" sldId="262"/>
        </pc:sldMkLst>
        <pc:spChg chg="mod">
          <ac:chgData name="Jingnan Xie" userId="5c2f28a1-79a3-4aeb-a5f1-26f53b743562" providerId="ADAL" clId="{F3B5C20D-FA35-5946-A513-5569DFE0D5C9}" dt="2025-11-26T01:07:26.138" v="1004" actId="20577"/>
          <ac:spMkLst>
            <pc:docMk/>
            <pc:sldMk cId="1516308550" sldId="262"/>
            <ac:spMk id="2" creationId="{F3AD4DC3-C335-E2B3-2103-93F1FDE105A8}"/>
          </ac:spMkLst>
        </pc:spChg>
        <pc:spChg chg="del">
          <ac:chgData name="Jingnan Xie" userId="5c2f28a1-79a3-4aeb-a5f1-26f53b743562" providerId="ADAL" clId="{F3B5C20D-FA35-5946-A513-5569DFE0D5C9}" dt="2025-11-26T23:39:41.804" v="1112" actId="931"/>
          <ac:spMkLst>
            <pc:docMk/>
            <pc:sldMk cId="1516308550" sldId="262"/>
            <ac:spMk id="3" creationId="{7148808F-A703-2CCC-DD9E-C9559F153B9D}"/>
          </ac:spMkLst>
        </pc:spChg>
        <pc:spChg chg="add mod">
          <ac:chgData name="Jingnan Xie" userId="5c2f28a1-79a3-4aeb-a5f1-26f53b743562" providerId="ADAL" clId="{F3B5C20D-FA35-5946-A513-5569DFE0D5C9}" dt="2025-11-26T23:41:38.737" v="1258" actId="27636"/>
          <ac:spMkLst>
            <pc:docMk/>
            <pc:sldMk cId="1516308550" sldId="262"/>
            <ac:spMk id="7" creationId="{23B4D6CB-09FB-98E6-8565-B8365B0280AA}"/>
          </ac:spMkLst>
        </pc:spChg>
        <pc:picChg chg="add del mod">
          <ac:chgData name="Jingnan Xie" userId="5c2f28a1-79a3-4aeb-a5f1-26f53b743562" providerId="ADAL" clId="{F3B5C20D-FA35-5946-A513-5569DFE0D5C9}" dt="2025-11-26T23:39:46.455" v="1114" actId="478"/>
          <ac:picMkLst>
            <pc:docMk/>
            <pc:sldMk cId="1516308550" sldId="262"/>
            <ac:picMk id="5" creationId="{C61534B6-29A7-249A-77FC-E387812805A6}"/>
          </ac:picMkLst>
        </pc:picChg>
        <pc:picChg chg="add mod">
          <ac:chgData name="Jingnan Xie" userId="5c2f28a1-79a3-4aeb-a5f1-26f53b743562" providerId="ADAL" clId="{F3B5C20D-FA35-5946-A513-5569DFE0D5C9}" dt="2025-11-26T23:40:10.681" v="1129" actId="14100"/>
          <ac:picMkLst>
            <pc:docMk/>
            <pc:sldMk cId="1516308550" sldId="262"/>
            <ac:picMk id="9" creationId="{F0C72102-CE7C-EEC3-3780-AF2FABFFA247}"/>
          </ac:picMkLst>
        </pc:picChg>
      </pc:sldChg>
      <pc:sldChg chg="addSp delSp modSp new mod">
        <pc:chgData name="Jingnan Xie" userId="5c2f28a1-79a3-4aeb-a5f1-26f53b743562" providerId="ADAL" clId="{F3B5C20D-FA35-5946-A513-5569DFE0D5C9}" dt="2025-11-26T23:48:41.105" v="1468" actId="14100"/>
        <pc:sldMkLst>
          <pc:docMk/>
          <pc:sldMk cId="3517327166" sldId="263"/>
        </pc:sldMkLst>
        <pc:spChg chg="mod">
          <ac:chgData name="Jingnan Xie" userId="5c2f28a1-79a3-4aeb-a5f1-26f53b743562" providerId="ADAL" clId="{F3B5C20D-FA35-5946-A513-5569DFE0D5C9}" dt="2025-11-26T23:43:22.128" v="1300" actId="20577"/>
          <ac:spMkLst>
            <pc:docMk/>
            <pc:sldMk cId="3517327166" sldId="263"/>
            <ac:spMk id="2" creationId="{E66600CF-6778-EBF2-1F2E-E415232FBECF}"/>
          </ac:spMkLst>
        </pc:spChg>
        <pc:spChg chg="del">
          <ac:chgData name="Jingnan Xie" userId="5c2f28a1-79a3-4aeb-a5f1-26f53b743562" providerId="ADAL" clId="{F3B5C20D-FA35-5946-A513-5569DFE0D5C9}" dt="2025-11-26T23:48:31.873" v="1465" actId="931"/>
          <ac:spMkLst>
            <pc:docMk/>
            <pc:sldMk cId="3517327166" sldId="263"/>
            <ac:spMk id="3" creationId="{5E598F8C-790F-E25B-4CBF-44493937997B}"/>
          </ac:spMkLst>
        </pc:spChg>
        <pc:picChg chg="add mod">
          <ac:chgData name="Jingnan Xie" userId="5c2f28a1-79a3-4aeb-a5f1-26f53b743562" providerId="ADAL" clId="{F3B5C20D-FA35-5946-A513-5569DFE0D5C9}" dt="2025-11-26T23:48:41.105" v="1468" actId="14100"/>
          <ac:picMkLst>
            <pc:docMk/>
            <pc:sldMk cId="3517327166" sldId="263"/>
            <ac:picMk id="5" creationId="{23869D39-43D1-7353-E2F8-7A5328F9D1EB}"/>
          </ac:picMkLst>
        </pc:picChg>
      </pc:sldChg>
      <pc:sldChg chg="addSp delSp modSp new mod">
        <pc:chgData name="Jingnan Xie" userId="5c2f28a1-79a3-4aeb-a5f1-26f53b743562" providerId="ADAL" clId="{F3B5C20D-FA35-5946-A513-5569DFE0D5C9}" dt="2025-11-26T23:49:39.019" v="1473" actId="14100"/>
        <pc:sldMkLst>
          <pc:docMk/>
          <pc:sldMk cId="3082309939" sldId="264"/>
        </pc:sldMkLst>
        <pc:spChg chg="mod">
          <ac:chgData name="Jingnan Xie" userId="5c2f28a1-79a3-4aeb-a5f1-26f53b743562" providerId="ADAL" clId="{F3B5C20D-FA35-5946-A513-5569DFE0D5C9}" dt="2025-11-26T23:44:17.899" v="1337" actId="20577"/>
          <ac:spMkLst>
            <pc:docMk/>
            <pc:sldMk cId="3082309939" sldId="264"/>
            <ac:spMk id="2" creationId="{C7905F73-50DB-A7FC-0815-535355925737}"/>
          </ac:spMkLst>
        </pc:spChg>
        <pc:spChg chg="del">
          <ac:chgData name="Jingnan Xie" userId="5c2f28a1-79a3-4aeb-a5f1-26f53b743562" providerId="ADAL" clId="{F3B5C20D-FA35-5946-A513-5569DFE0D5C9}" dt="2025-11-26T23:49:17.677" v="1469" actId="931"/>
          <ac:spMkLst>
            <pc:docMk/>
            <pc:sldMk cId="3082309939" sldId="264"/>
            <ac:spMk id="3" creationId="{37ED385D-FB09-AA79-C7E2-F10A4D3C7FE1}"/>
          </ac:spMkLst>
        </pc:spChg>
        <pc:picChg chg="add mod">
          <ac:chgData name="Jingnan Xie" userId="5c2f28a1-79a3-4aeb-a5f1-26f53b743562" providerId="ADAL" clId="{F3B5C20D-FA35-5946-A513-5569DFE0D5C9}" dt="2025-11-26T23:49:39.019" v="1473" actId="14100"/>
          <ac:picMkLst>
            <pc:docMk/>
            <pc:sldMk cId="3082309939" sldId="264"/>
            <ac:picMk id="5" creationId="{BBFD1B0D-CFE2-2E8C-01CC-0A5E5E01CC68}"/>
          </ac:picMkLst>
        </pc:picChg>
      </pc:sldChg>
      <pc:sldChg chg="addSp modSp new mod modAnim">
        <pc:chgData name="Jingnan Xie" userId="5c2f28a1-79a3-4aeb-a5f1-26f53b743562" providerId="ADAL" clId="{F3B5C20D-FA35-5946-A513-5569DFE0D5C9}" dt="2025-11-26T23:51:38.468" v="1562"/>
        <pc:sldMkLst>
          <pc:docMk/>
          <pc:sldMk cId="2483059489" sldId="265"/>
        </pc:sldMkLst>
        <pc:spChg chg="mod">
          <ac:chgData name="Jingnan Xie" userId="5c2f28a1-79a3-4aeb-a5f1-26f53b743562" providerId="ADAL" clId="{F3B5C20D-FA35-5946-A513-5569DFE0D5C9}" dt="2025-11-26T23:45:14.281" v="1372" actId="20577"/>
          <ac:spMkLst>
            <pc:docMk/>
            <pc:sldMk cId="2483059489" sldId="265"/>
            <ac:spMk id="2" creationId="{1A2A801A-4280-5322-2B16-832A12AB87B9}"/>
          </ac:spMkLst>
        </pc:spChg>
        <pc:spChg chg="mod">
          <ac:chgData name="Jingnan Xie" userId="5c2f28a1-79a3-4aeb-a5f1-26f53b743562" providerId="ADAL" clId="{F3B5C20D-FA35-5946-A513-5569DFE0D5C9}" dt="2025-11-26T23:50:31.469" v="1553" actId="20577"/>
          <ac:spMkLst>
            <pc:docMk/>
            <pc:sldMk cId="2483059489" sldId="265"/>
            <ac:spMk id="3" creationId="{1ED18589-1586-89B5-2E47-E9A54E93CFF5}"/>
          </ac:spMkLst>
        </pc:spChg>
        <pc:picChg chg="add mod">
          <ac:chgData name="Jingnan Xie" userId="5c2f28a1-79a3-4aeb-a5f1-26f53b743562" providerId="ADAL" clId="{F3B5C20D-FA35-5946-A513-5569DFE0D5C9}" dt="2025-11-26T23:50:58.196" v="1558" actId="14100"/>
          <ac:picMkLst>
            <pc:docMk/>
            <pc:sldMk cId="2483059489" sldId="265"/>
            <ac:picMk id="5" creationId="{9C330AD0-289D-E7D6-7731-CD2CDDF0A46C}"/>
          </ac:picMkLst>
        </pc:picChg>
      </pc:sldChg>
      <pc:sldChg chg="addSp delSp modSp new mod">
        <pc:chgData name="Jingnan Xie" userId="5c2f28a1-79a3-4aeb-a5f1-26f53b743562" providerId="ADAL" clId="{F3B5C20D-FA35-5946-A513-5569DFE0D5C9}" dt="2025-11-26T23:52:34.754" v="1567" actId="14100"/>
        <pc:sldMkLst>
          <pc:docMk/>
          <pc:sldMk cId="3948007142" sldId="266"/>
        </pc:sldMkLst>
        <pc:spChg chg="mod">
          <ac:chgData name="Jingnan Xie" userId="5c2f28a1-79a3-4aeb-a5f1-26f53b743562" providerId="ADAL" clId="{F3B5C20D-FA35-5946-A513-5569DFE0D5C9}" dt="2025-11-26T23:46:02.323" v="1406" actId="20577"/>
          <ac:spMkLst>
            <pc:docMk/>
            <pc:sldMk cId="3948007142" sldId="266"/>
            <ac:spMk id="2" creationId="{36A501D8-96DB-CA36-F5C1-670A2B9871F3}"/>
          </ac:spMkLst>
        </pc:spChg>
        <pc:spChg chg="del">
          <ac:chgData name="Jingnan Xie" userId="5c2f28a1-79a3-4aeb-a5f1-26f53b743562" providerId="ADAL" clId="{F3B5C20D-FA35-5946-A513-5569DFE0D5C9}" dt="2025-11-26T23:52:21.841" v="1563" actId="931"/>
          <ac:spMkLst>
            <pc:docMk/>
            <pc:sldMk cId="3948007142" sldId="266"/>
            <ac:spMk id="3" creationId="{819FB7A9-8677-5B24-CBC0-D58F5CFA910F}"/>
          </ac:spMkLst>
        </pc:spChg>
        <pc:picChg chg="add mod">
          <ac:chgData name="Jingnan Xie" userId="5c2f28a1-79a3-4aeb-a5f1-26f53b743562" providerId="ADAL" clId="{F3B5C20D-FA35-5946-A513-5569DFE0D5C9}" dt="2025-11-26T23:52:34.754" v="1567" actId="14100"/>
          <ac:picMkLst>
            <pc:docMk/>
            <pc:sldMk cId="3948007142" sldId="266"/>
            <ac:picMk id="5" creationId="{C3C38493-A076-ED1C-87F9-60A1093E8E3A}"/>
          </ac:picMkLst>
        </pc:picChg>
      </pc:sldChg>
      <pc:sldChg chg="addSp modSp new mod modAnim">
        <pc:chgData name="Jingnan Xie" userId="5c2f28a1-79a3-4aeb-a5f1-26f53b743562" providerId="ADAL" clId="{F3B5C20D-FA35-5946-A513-5569DFE0D5C9}" dt="2025-11-26T23:53:47.732" v="1593"/>
        <pc:sldMkLst>
          <pc:docMk/>
          <pc:sldMk cId="1306510211" sldId="267"/>
        </pc:sldMkLst>
        <pc:spChg chg="mod">
          <ac:chgData name="Jingnan Xie" userId="5c2f28a1-79a3-4aeb-a5f1-26f53b743562" providerId="ADAL" clId="{F3B5C20D-FA35-5946-A513-5569DFE0D5C9}" dt="2025-11-26T23:47:32.098" v="1432" actId="20577"/>
          <ac:spMkLst>
            <pc:docMk/>
            <pc:sldMk cId="1306510211" sldId="267"/>
            <ac:spMk id="2" creationId="{255E9162-6F56-B6F1-6D40-EB463F27C662}"/>
          </ac:spMkLst>
        </pc:spChg>
        <pc:spChg chg="mod">
          <ac:chgData name="Jingnan Xie" userId="5c2f28a1-79a3-4aeb-a5f1-26f53b743562" providerId="ADAL" clId="{F3B5C20D-FA35-5946-A513-5569DFE0D5C9}" dt="2025-11-26T23:53:18.295" v="1589" actId="255"/>
          <ac:spMkLst>
            <pc:docMk/>
            <pc:sldMk cId="1306510211" sldId="267"/>
            <ac:spMk id="3" creationId="{4896299A-0740-0002-7793-D7634D5DC641}"/>
          </ac:spMkLst>
        </pc:spChg>
        <pc:picChg chg="add mod">
          <ac:chgData name="Jingnan Xie" userId="5c2f28a1-79a3-4aeb-a5f1-26f53b743562" providerId="ADAL" clId="{F3B5C20D-FA35-5946-A513-5569DFE0D5C9}" dt="2025-11-26T23:53:25.107" v="1590" actId="14100"/>
          <ac:picMkLst>
            <pc:docMk/>
            <pc:sldMk cId="1306510211" sldId="267"/>
            <ac:picMk id="5" creationId="{8C514967-FB01-EE46-E2AE-30D2C0CB72E7}"/>
          </ac:picMkLst>
        </pc:picChg>
      </pc:sldChg>
      <pc:sldChg chg="modSp new mod">
        <pc:chgData name="Jingnan Xie" userId="5c2f28a1-79a3-4aeb-a5f1-26f53b743562" providerId="ADAL" clId="{F3B5C20D-FA35-5946-A513-5569DFE0D5C9}" dt="2025-11-27T00:08:04.194" v="1968" actId="14100"/>
        <pc:sldMkLst>
          <pc:docMk/>
          <pc:sldMk cId="1519976132" sldId="268"/>
        </pc:sldMkLst>
        <pc:spChg chg="mod">
          <ac:chgData name="Jingnan Xie" userId="5c2f28a1-79a3-4aeb-a5f1-26f53b743562" providerId="ADAL" clId="{F3B5C20D-FA35-5946-A513-5569DFE0D5C9}" dt="2025-11-26T23:54:22.079" v="1633" actId="20577"/>
          <ac:spMkLst>
            <pc:docMk/>
            <pc:sldMk cId="1519976132" sldId="268"/>
            <ac:spMk id="2" creationId="{266EA72E-7EB9-8DD2-1E17-3307C6AC1964}"/>
          </ac:spMkLst>
        </pc:spChg>
        <pc:spChg chg="mod">
          <ac:chgData name="Jingnan Xie" userId="5c2f28a1-79a3-4aeb-a5f1-26f53b743562" providerId="ADAL" clId="{F3B5C20D-FA35-5946-A513-5569DFE0D5C9}" dt="2025-11-27T00:08:04.194" v="1968" actId="14100"/>
          <ac:spMkLst>
            <pc:docMk/>
            <pc:sldMk cId="1519976132" sldId="268"/>
            <ac:spMk id="3" creationId="{7460A4F9-2B3A-6C05-6FD6-2D0AA289C013}"/>
          </ac:spMkLst>
        </pc:spChg>
      </pc:sldChg>
      <pc:sldChg chg="addSp delSp modSp new mod">
        <pc:chgData name="Jingnan Xie" userId="5c2f28a1-79a3-4aeb-a5f1-26f53b743562" providerId="ADAL" clId="{F3B5C20D-FA35-5946-A513-5569DFE0D5C9}" dt="2025-11-27T00:10:26.077" v="1992" actId="14100"/>
        <pc:sldMkLst>
          <pc:docMk/>
          <pc:sldMk cId="726288911" sldId="269"/>
        </pc:sldMkLst>
        <pc:spChg chg="mod">
          <ac:chgData name="Jingnan Xie" userId="5c2f28a1-79a3-4aeb-a5f1-26f53b743562" providerId="ADAL" clId="{F3B5C20D-FA35-5946-A513-5569DFE0D5C9}" dt="2025-11-27T00:08:34.618" v="1988" actId="20577"/>
          <ac:spMkLst>
            <pc:docMk/>
            <pc:sldMk cId="726288911" sldId="269"/>
            <ac:spMk id="2" creationId="{9D19069A-5FF8-AAA2-4C70-132D9910C1F9}"/>
          </ac:spMkLst>
        </pc:spChg>
        <pc:spChg chg="del">
          <ac:chgData name="Jingnan Xie" userId="5c2f28a1-79a3-4aeb-a5f1-26f53b743562" providerId="ADAL" clId="{F3B5C20D-FA35-5946-A513-5569DFE0D5C9}" dt="2025-11-27T00:10:18.469" v="1989"/>
          <ac:spMkLst>
            <pc:docMk/>
            <pc:sldMk cId="726288911" sldId="269"/>
            <ac:spMk id="3" creationId="{D0B380F2-C444-453F-DDC8-B720103D7363}"/>
          </ac:spMkLst>
        </pc:spChg>
        <pc:picChg chg="add mod">
          <ac:chgData name="Jingnan Xie" userId="5c2f28a1-79a3-4aeb-a5f1-26f53b743562" providerId="ADAL" clId="{F3B5C20D-FA35-5946-A513-5569DFE0D5C9}" dt="2025-11-27T00:10:26.077" v="1992" actId="14100"/>
          <ac:picMkLst>
            <pc:docMk/>
            <pc:sldMk cId="726288911" sldId="269"/>
            <ac:picMk id="1026" creationId="{7AE18A49-BA4F-8966-4632-786A8460BA17}"/>
          </ac:picMkLst>
        </pc:picChg>
      </pc:sldChg>
      <pc:sldChg chg="addSp modSp new mod modAnim">
        <pc:chgData name="Jingnan Xie" userId="5c2f28a1-79a3-4aeb-a5f1-26f53b743562" providerId="ADAL" clId="{F3B5C20D-FA35-5946-A513-5569DFE0D5C9}" dt="2025-11-27T00:15:11.159" v="2220"/>
        <pc:sldMkLst>
          <pc:docMk/>
          <pc:sldMk cId="387021816" sldId="270"/>
        </pc:sldMkLst>
        <pc:spChg chg="mod">
          <ac:chgData name="Jingnan Xie" userId="5c2f28a1-79a3-4aeb-a5f1-26f53b743562" providerId="ADAL" clId="{F3B5C20D-FA35-5946-A513-5569DFE0D5C9}" dt="2025-11-27T00:10:50.849" v="2032" actId="20577"/>
          <ac:spMkLst>
            <pc:docMk/>
            <pc:sldMk cId="387021816" sldId="270"/>
            <ac:spMk id="2" creationId="{C69052AB-CCC8-3A8B-BDB2-168F2013BA60}"/>
          </ac:spMkLst>
        </pc:spChg>
        <pc:spChg chg="mod">
          <ac:chgData name="Jingnan Xie" userId="5c2f28a1-79a3-4aeb-a5f1-26f53b743562" providerId="ADAL" clId="{F3B5C20D-FA35-5946-A513-5569DFE0D5C9}" dt="2025-11-27T00:14:25.756" v="2216" actId="20577"/>
          <ac:spMkLst>
            <pc:docMk/>
            <pc:sldMk cId="387021816" sldId="270"/>
            <ac:spMk id="3" creationId="{D17CA5D4-D64E-550F-02DB-07A15DD1F36C}"/>
          </ac:spMkLst>
        </pc:spChg>
        <pc:picChg chg="add mod">
          <ac:chgData name="Jingnan Xie" userId="5c2f28a1-79a3-4aeb-a5f1-26f53b743562" providerId="ADAL" clId="{F3B5C20D-FA35-5946-A513-5569DFE0D5C9}" dt="2025-11-27T00:14:29.377" v="2217" actId="1076"/>
          <ac:picMkLst>
            <pc:docMk/>
            <pc:sldMk cId="387021816" sldId="270"/>
            <ac:picMk id="4" creationId="{935C6CBE-3626-6BFD-8F90-FE76069E0106}"/>
          </ac:picMkLst>
        </pc:picChg>
      </pc:sldChg>
      <pc:sldChg chg="addSp modSp new mod modAnim">
        <pc:chgData name="Jingnan Xie" userId="5c2f28a1-79a3-4aeb-a5f1-26f53b743562" providerId="ADAL" clId="{F3B5C20D-FA35-5946-A513-5569DFE0D5C9}" dt="2025-11-27T00:21:07.967" v="2388"/>
        <pc:sldMkLst>
          <pc:docMk/>
          <pc:sldMk cId="2304468208" sldId="271"/>
        </pc:sldMkLst>
        <pc:spChg chg="mod">
          <ac:chgData name="Jingnan Xie" userId="5c2f28a1-79a3-4aeb-a5f1-26f53b743562" providerId="ADAL" clId="{F3B5C20D-FA35-5946-A513-5569DFE0D5C9}" dt="2025-11-27T00:16:02.368" v="2267" actId="20577"/>
          <ac:spMkLst>
            <pc:docMk/>
            <pc:sldMk cId="2304468208" sldId="271"/>
            <ac:spMk id="2" creationId="{1E6F0B0F-573A-E510-EA08-57F49A867EB2}"/>
          </ac:spMkLst>
        </pc:spChg>
        <pc:spChg chg="mod">
          <ac:chgData name="Jingnan Xie" userId="5c2f28a1-79a3-4aeb-a5f1-26f53b743562" providerId="ADAL" clId="{F3B5C20D-FA35-5946-A513-5569DFE0D5C9}" dt="2025-11-27T00:20:31.053" v="2383" actId="27636"/>
          <ac:spMkLst>
            <pc:docMk/>
            <pc:sldMk cId="2304468208" sldId="271"/>
            <ac:spMk id="3" creationId="{5ED0702C-156E-428F-7C4F-49E3E42A28CC}"/>
          </ac:spMkLst>
        </pc:spChg>
        <pc:picChg chg="add mod">
          <ac:chgData name="Jingnan Xie" userId="5c2f28a1-79a3-4aeb-a5f1-26f53b743562" providerId="ADAL" clId="{F3B5C20D-FA35-5946-A513-5569DFE0D5C9}" dt="2025-11-27T00:20:36.062" v="2385" actId="14100"/>
          <ac:picMkLst>
            <pc:docMk/>
            <pc:sldMk cId="2304468208" sldId="271"/>
            <ac:picMk id="5" creationId="{A3B7816B-C046-A807-F26A-D11B79D4814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96A250-A0CB-994A-B5CB-211E49312B6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E3604B-6E98-0948-A14E-DCFDC96CDD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30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2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11/25/25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D847D-FD5A-849B-EF26-58973DB6AC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OCaml</a:t>
            </a:r>
            <a:r>
              <a:rPr lang="en-US" dirty="0"/>
              <a:t>: Tail Recursion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2B7DA-91CC-8B07-CAD3-C6C2D1F64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CMSC 330: Programming Languages</a:t>
            </a:r>
          </a:p>
        </p:txBody>
      </p:sp>
    </p:spTree>
    <p:extLst>
      <p:ext uri="{BB962C8B-B14F-4D97-AF65-F5344CB8AC3E}">
        <p14:creationId xmlns:p14="http://schemas.microsoft.com/office/powerpoint/2010/main" val="2721820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EB95-8D47-3D9A-8982-E0866FADC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31CA8-C565-76E1-73E8-83A267036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540042"/>
            <a:ext cx="7796540" cy="4509902"/>
          </a:xfrm>
        </p:spPr>
        <p:txBody>
          <a:bodyPr>
            <a:normAutofit/>
          </a:bodyPr>
          <a:lstStyle/>
          <a:p>
            <a:r>
              <a:rPr lang="en-US" dirty="0"/>
              <a:t>A function is </a:t>
            </a:r>
            <a:r>
              <a:rPr lang="en-US" dirty="0">
                <a:solidFill>
                  <a:srgbClr val="00B0F0"/>
                </a:solidFill>
              </a:rPr>
              <a:t>recursive</a:t>
            </a:r>
            <a:r>
              <a:rPr lang="en-US" dirty="0"/>
              <a:t> if it calls itself</a:t>
            </a:r>
          </a:p>
          <a:p>
            <a:r>
              <a:rPr lang="en-US" dirty="0"/>
              <a:t>Two required components:</a:t>
            </a:r>
          </a:p>
          <a:p>
            <a:pPr lvl="1"/>
            <a:r>
              <a:rPr lang="en-US" dirty="0"/>
              <a:t>A base case: very simple so it can be trivially solved. Does NOT call itself</a:t>
            </a:r>
          </a:p>
          <a:p>
            <a:pPr lvl="1"/>
            <a:r>
              <a:rPr lang="en-US" dirty="0"/>
              <a:t>A recursive case: reduce the problem to a smaller version of the same problem towards the base case </a:t>
            </a:r>
          </a:p>
          <a:p>
            <a:r>
              <a:rPr lang="en-US" dirty="0"/>
              <a:t>We can have multiple base cases</a:t>
            </a:r>
          </a:p>
          <a:p>
            <a:r>
              <a:rPr lang="en-US" dirty="0"/>
              <a:t>We can have multiple recursive cases</a:t>
            </a:r>
          </a:p>
        </p:txBody>
      </p:sp>
    </p:spTree>
    <p:extLst>
      <p:ext uri="{BB962C8B-B14F-4D97-AF65-F5344CB8AC3E}">
        <p14:creationId xmlns:p14="http://schemas.microsoft.com/office/powerpoint/2010/main" val="2692129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18330-4455-AC9B-70DF-B0611FB0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Tail 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F3E16-9A52-42D3-D1A0-27DBDE051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443789"/>
            <a:ext cx="8127012" cy="4606155"/>
          </a:xfrm>
        </p:spPr>
        <p:txBody>
          <a:bodyPr/>
          <a:lstStyle/>
          <a:p>
            <a:r>
              <a:rPr lang="en-US" dirty="0"/>
              <a:t>A function is tail recursive when its recursive call is the very last operation the function performs</a:t>
            </a:r>
          </a:p>
          <a:p>
            <a:r>
              <a:rPr lang="en-US" dirty="0"/>
              <a:t>This means that the result of the recursive call cannot be further used in any computation</a:t>
            </a:r>
          </a:p>
          <a:p>
            <a:r>
              <a:rPr lang="en-US" dirty="0"/>
              <a:t>Is this tail recursion: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1483B0-5B53-6B14-79EA-9C40D2DCD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871" y="4465220"/>
            <a:ext cx="6264108" cy="239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19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874E7-81CB-194C-6216-D674C7704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Recursive Problem: Summing 0 …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4EF58-E716-FE0E-188A-D081CB57B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‘state’ of this function?</a:t>
            </a:r>
          </a:p>
          <a:p>
            <a:r>
              <a:rPr lang="en-US" dirty="0"/>
              <a:t>If we need to rewrite it with a loop, what variables would we introduce?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8D965-147B-3554-4CA9-706C980C5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719" y="4307305"/>
            <a:ext cx="6927492" cy="245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413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057E-9512-6905-BEAF-09601F6CE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Recursive Problem: Summing 0 …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5AC60-A7B4-53A6-D3CA-2B24FEFC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5053" y="2052116"/>
            <a:ext cx="8645086" cy="3997828"/>
          </a:xfrm>
        </p:spPr>
        <p:txBody>
          <a:bodyPr/>
          <a:lstStyle/>
          <a:p>
            <a:r>
              <a:rPr lang="en-US" dirty="0"/>
              <a:t>The ‘state’ sum changes: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0 -&gt; 1 -&gt; 3 -&gt; 6 -&gt; 10 -&gt; …</a:t>
            </a:r>
          </a:p>
          <a:p>
            <a:r>
              <a:rPr lang="en-US" dirty="0"/>
              <a:t>Can we keep track of the state in a recursive function and make it tail recursive?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457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4DC3-C335-E2B3-2103-93F1FDE10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Recursive Problem: Summing 0 … 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3B4D6CB-09FB-98E6-8565-B8365B028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5"/>
            <a:ext cx="7796540" cy="4493063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This is equivalent to a while loop with</a:t>
            </a:r>
          </a:p>
          <a:p>
            <a:pPr marL="920750" lvl="2" indent="0">
              <a:buNone/>
            </a:pPr>
            <a:r>
              <a:rPr lang="en-US" dirty="0"/>
              <a:t> sum = sum + n</a:t>
            </a:r>
          </a:p>
          <a:p>
            <a:pPr marL="920750" lvl="2" indent="0">
              <a:buNone/>
            </a:pPr>
            <a:r>
              <a:rPr lang="en-US" dirty="0"/>
              <a:t>     n  = n - 1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C72102-CE7C-EEC3-3780-AF2FABFFA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739" y="1459778"/>
            <a:ext cx="7772400" cy="332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08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600CF-6778-EBF2-1F2E-E415232FB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The Extra Parameter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869D39-43D1-7353-E2F8-7A5328F9D1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8" y="2052638"/>
            <a:ext cx="7958330" cy="4685046"/>
          </a:xfrm>
        </p:spPr>
      </p:pic>
    </p:spTree>
    <p:extLst>
      <p:ext uri="{BB962C8B-B14F-4D97-AF65-F5344CB8AC3E}">
        <p14:creationId xmlns:p14="http://schemas.microsoft.com/office/powerpoint/2010/main" val="351732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05F73-50DB-A7FC-0815-535355925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1: Rebind (DO NOT DO THIS!)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FD1B0D-CFE2-2E8C-01CC-0A5E5E01CC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19136" y="2052638"/>
            <a:ext cx="7851003" cy="4636920"/>
          </a:xfrm>
        </p:spPr>
      </p:pic>
    </p:spTree>
    <p:extLst>
      <p:ext uri="{BB962C8B-B14F-4D97-AF65-F5344CB8AC3E}">
        <p14:creationId xmlns:p14="http://schemas.microsoft.com/office/powerpoint/2010/main" val="3082309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A801A-4280-5322-2B16-832A12AB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2: Create a Local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18589-1586-89B5-2E47-E9A54E93C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How to create a local environment?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330AD0-289D-E7D6-7731-CD2CDDF0A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71" y="3284621"/>
            <a:ext cx="7772400" cy="3520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05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01D8-96DB-CA36-F5C1-670A2B987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3: Renamed Local Binding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C38493-A076-ED1C-87F9-60A1093E8E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1807" y="2052638"/>
            <a:ext cx="7958331" cy="4695003"/>
          </a:xfrm>
        </p:spPr>
      </p:pic>
    </p:spTree>
    <p:extLst>
      <p:ext uri="{BB962C8B-B14F-4D97-AF65-F5344CB8AC3E}">
        <p14:creationId xmlns:p14="http://schemas.microsoft.com/office/powerpoint/2010/main" val="39480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9162-6F56-B6F1-6D40-EB463F27C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Bonus: Removing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6299A-0740-0002-7793-D7634D5DC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6"/>
            <a:ext cx="7796540" cy="4490574"/>
          </a:xfrm>
        </p:spPr>
        <p:txBody>
          <a:bodyPr>
            <a:normAutofit fontScale="6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/>
              <a:t>This also works. Why?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14967-FB01-EE46-E2AE-30D2C0CB7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739" y="1885284"/>
            <a:ext cx="7772400" cy="322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510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EA72E-7EB9-8DD2-1E17-3307C6AC1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Even Do Tail Recursion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0A4F9-2B3A-6C05-6FD6-2D0AA289C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608083"/>
            <a:ext cx="7958330" cy="4887310"/>
          </a:xfrm>
        </p:spPr>
        <p:txBody>
          <a:bodyPr>
            <a:normAutofit/>
          </a:bodyPr>
          <a:lstStyle/>
          <a:p>
            <a:r>
              <a:rPr lang="en-US" dirty="0"/>
              <a:t>It is a while loop. We get our loops back.</a:t>
            </a:r>
          </a:p>
          <a:p>
            <a:r>
              <a:rPr lang="en-US" dirty="0"/>
              <a:t>Deep non-tail recursion can overflow the call stack</a:t>
            </a:r>
          </a:p>
          <a:p>
            <a:r>
              <a:rPr lang="en-US" dirty="0"/>
              <a:t>Many functional programming languages such as </a:t>
            </a:r>
            <a:r>
              <a:rPr lang="en-US" dirty="0" err="1"/>
              <a:t>OCaml</a:t>
            </a:r>
            <a:r>
              <a:rPr lang="en-US" dirty="0"/>
              <a:t> guarantee </a:t>
            </a:r>
            <a:r>
              <a:rPr lang="en-US" i="1" dirty="0"/>
              <a:t>tail-call optimization </a:t>
            </a:r>
            <a:r>
              <a:rPr lang="en-US" dirty="0"/>
              <a:t>(TCO)</a:t>
            </a:r>
          </a:p>
          <a:p>
            <a:r>
              <a:rPr lang="en-US" dirty="0"/>
              <a:t>Many imperative/OOP languages such as Java lack guaranteed TCO</a:t>
            </a:r>
          </a:p>
          <a:p>
            <a:r>
              <a:rPr lang="en-US" dirty="0"/>
              <a:t>While some C++ compilers may apply TCO in certain cases, the language does not require or guarantee it</a:t>
            </a:r>
          </a:p>
        </p:txBody>
      </p:sp>
    </p:spTree>
    <p:extLst>
      <p:ext uri="{BB962C8B-B14F-4D97-AF65-F5344CB8AC3E}">
        <p14:creationId xmlns:p14="http://schemas.microsoft.com/office/powerpoint/2010/main" val="1519976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9069A-5FF8-AAA2-4C70-132D9910C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Stack Safety</a:t>
            </a:r>
          </a:p>
        </p:txBody>
      </p:sp>
      <p:pic>
        <p:nvPicPr>
          <p:cNvPr id="1026" name="Picture 2" descr="image of stack frame usage">
            <a:extLst>
              <a:ext uri="{FF2B5EF4-FFF2-40B4-BE49-F238E27FC236}">
                <a16:creationId xmlns:a16="http://schemas.microsoft.com/office/drawing/2014/main" id="{7AE18A49-BA4F-8966-4632-786A8460BA1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808" y="2052638"/>
            <a:ext cx="7958331" cy="4805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6288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052AB-CCC8-3A8B-BDB2-168F2013B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Problem: Reverse a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A5D4-D64E-550F-02DB-07A15DD1F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481959"/>
            <a:ext cx="7796540" cy="5092262"/>
          </a:xfrm>
        </p:spPr>
        <p:txBody>
          <a:bodyPr/>
          <a:lstStyle/>
          <a:p>
            <a:r>
              <a:rPr lang="en-US" dirty="0"/>
              <a:t>Recall the example we did: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Operator @ takes O(n) where n is the length of the left list</a:t>
            </a:r>
          </a:p>
          <a:p>
            <a:r>
              <a:rPr lang="en-US" dirty="0"/>
              <a:t>What is the total running time of reverse?</a:t>
            </a:r>
          </a:p>
        </p:txBody>
      </p:sp>
      <p:pic>
        <p:nvPicPr>
          <p:cNvPr id="4" name="Content Placeholder 4" descr="A computer screen with text and symbols&#10;&#10;AI-generated content may be incorrect.">
            <a:extLst>
              <a:ext uri="{FF2B5EF4-FFF2-40B4-BE49-F238E27FC236}">
                <a16:creationId xmlns:a16="http://schemas.microsoft.com/office/drawing/2014/main" id="{935C6CBE-3626-6BFD-8F90-FE76069E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599" y="2697911"/>
            <a:ext cx="7811957" cy="1903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2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F0B0F-573A-E510-EA08-57F49A86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a List: Tail 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0702C-156E-428F-7C4F-49E3E42A2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671145"/>
            <a:ext cx="7796540" cy="4776952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Can you rewrite it in tail recursion?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is the running time of this tail recursive version?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B7816B-C046-A807-F26A-D11B79D4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924" y="2748374"/>
            <a:ext cx="7772400" cy="262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468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8dde695-4535-408a-8dbf-d6791aad1a12}" enabled="1" method="Privileged" siteId="{92ec3794-b8f0-4f93-b733-7a30a8a2b5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1524</TotalTime>
  <Words>394</Words>
  <Application>Microsoft Macintosh PowerPoint</Application>
  <PresentationFormat>Widescreen</PresentationFormat>
  <Paragraphs>71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MS Shell Dlg 2</vt:lpstr>
      <vt:lpstr>Aptos</vt:lpstr>
      <vt:lpstr>Arial</vt:lpstr>
      <vt:lpstr>Courier New</vt:lpstr>
      <vt:lpstr>Times New Roman</vt:lpstr>
      <vt:lpstr>Wingdings</vt:lpstr>
      <vt:lpstr>Wingdings 3</vt:lpstr>
      <vt:lpstr>Madison</vt:lpstr>
      <vt:lpstr>OCaml: Tail Recursion</vt:lpstr>
      <vt:lpstr>Recursion</vt:lpstr>
      <vt:lpstr>Tail Recursion</vt:lpstr>
      <vt:lpstr>A Recursive Problem: Summing 0 … N</vt:lpstr>
      <vt:lpstr>A Recursive Problem: Summing 0 … N</vt:lpstr>
      <vt:lpstr>A Recursive Problem: Summing 0 … N</vt:lpstr>
      <vt:lpstr>Problem: The Extra Parameter </vt:lpstr>
      <vt:lpstr>Solution 1: Rebind (DO NOT DO THIS!)</vt:lpstr>
      <vt:lpstr>Solution 2: Create a Local Binding</vt:lpstr>
      <vt:lpstr>Solution 3: Renamed Local Binding</vt:lpstr>
      <vt:lpstr>Bonus: Removing Arguments</vt:lpstr>
      <vt:lpstr>Why Even Do Tail Recursion </vt:lpstr>
      <vt:lpstr>Call Stack Safety</vt:lpstr>
      <vt:lpstr>Another Problem: Reverse a List</vt:lpstr>
      <vt:lpstr>Reverse a List: Tail Recursion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OCaml: Tail Recursion</dc:title>
  <dc:creator>Jingnan Xie</dc:creator>
  <cp:lastModifiedBy>Jingnan Xie</cp:lastModifiedBy>
  <cp:revision>1</cp:revision>
  <dcterms:created xsi:type="dcterms:W3CDTF">2025-11-25T19:23:33Z</dcterms:created>
  <dcterms:modified xsi:type="dcterms:W3CDTF">2025-11-27T00:21:23Z</dcterms:modified>
</cp:coreProperties>
</file>